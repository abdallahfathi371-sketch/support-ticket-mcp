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920CB2-E448-44BD-8508-A9EEEFD54C3F}" v="10" dt="2026-07-31T21:31:12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AD2D89-496F-4836-A0BF-8057CCED74A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7247A6D-65A8-4423-AC92-7052A62BAACA}">
      <dgm:prSet/>
      <dgm:spPr/>
      <dgm:t>
        <a:bodyPr/>
        <a:lstStyle/>
        <a:p>
          <a:r>
            <a:rPr lang="en-US" b="0" i="0" dirty="0" err="1">
              <a:solidFill>
                <a:schemeClr val="tx1"/>
              </a:solidFill>
            </a:rPr>
            <a:t>Coderift</a:t>
          </a:r>
          <a:r>
            <a:rPr lang="en-US" b="0" i="0" dirty="0">
              <a:solidFill>
                <a:schemeClr val="tx1"/>
              </a:solidFill>
            </a:rPr>
            <a:t> receives thousands of support tickets.</a:t>
          </a:r>
          <a:endParaRPr lang="en-US" dirty="0">
            <a:solidFill>
              <a:schemeClr val="tx1"/>
            </a:solidFill>
          </a:endParaRPr>
        </a:p>
      </dgm:t>
    </dgm:pt>
    <dgm:pt modelId="{E72CD3EF-8186-4ACB-96F7-9D4B394E09CB}" type="parTrans" cxnId="{15F55F89-9CB5-4E83-B183-3679F40088C4}">
      <dgm:prSet/>
      <dgm:spPr/>
      <dgm:t>
        <a:bodyPr/>
        <a:lstStyle/>
        <a:p>
          <a:endParaRPr lang="en-US"/>
        </a:p>
      </dgm:t>
    </dgm:pt>
    <dgm:pt modelId="{406BCD5F-0DA9-45F3-A3C9-B0952B128A01}" type="sibTrans" cxnId="{15F55F89-9CB5-4E83-B183-3679F40088C4}">
      <dgm:prSet/>
      <dgm:spPr/>
      <dgm:t>
        <a:bodyPr/>
        <a:lstStyle/>
        <a:p>
          <a:endParaRPr lang="en-US"/>
        </a:p>
      </dgm:t>
    </dgm:pt>
    <dgm:pt modelId="{AA74740D-2041-4B7C-8F16-62780B90D45D}">
      <dgm:prSet/>
      <dgm:spPr/>
      <dgm:t>
        <a:bodyPr/>
        <a:lstStyle/>
        <a:p>
          <a:r>
            <a:rPr lang="en-US" b="0" i="0" dirty="0">
              <a:solidFill>
                <a:schemeClr val="tx1"/>
              </a:solidFill>
            </a:rPr>
            <a:t>Support engineers spend time searching tickets, updating status, assigning teams, and reading policies.</a:t>
          </a:r>
          <a:endParaRPr lang="en-US" dirty="0">
            <a:solidFill>
              <a:schemeClr val="tx1"/>
            </a:solidFill>
          </a:endParaRPr>
        </a:p>
      </dgm:t>
    </dgm:pt>
    <dgm:pt modelId="{DCACE3A8-FC9E-42F4-A91A-4808849356E6}" type="parTrans" cxnId="{BB00EE09-3849-40A2-B1E5-0554D9FF67BB}">
      <dgm:prSet/>
      <dgm:spPr/>
      <dgm:t>
        <a:bodyPr/>
        <a:lstStyle/>
        <a:p>
          <a:endParaRPr lang="en-US"/>
        </a:p>
      </dgm:t>
    </dgm:pt>
    <dgm:pt modelId="{7633D09F-ED93-4B11-8432-9F5C2BE25B66}" type="sibTrans" cxnId="{BB00EE09-3849-40A2-B1E5-0554D9FF67BB}">
      <dgm:prSet/>
      <dgm:spPr/>
      <dgm:t>
        <a:bodyPr/>
        <a:lstStyle/>
        <a:p>
          <a:endParaRPr lang="en-US"/>
        </a:p>
      </dgm:t>
    </dgm:pt>
    <dgm:pt modelId="{047D5B88-6144-4F2F-8668-4AFB540AA5A0}">
      <dgm:prSet/>
      <dgm:spPr/>
      <dgm:t>
        <a:bodyPr/>
        <a:lstStyle/>
        <a:p>
          <a:r>
            <a:rPr lang="en-US" b="0" i="0" dirty="0">
              <a:solidFill>
                <a:schemeClr val="tx1"/>
              </a:solidFill>
            </a:rPr>
            <a:t>The goal is to build a secure AI assistant.</a:t>
          </a:r>
          <a:endParaRPr lang="en-US" dirty="0">
            <a:solidFill>
              <a:schemeClr val="tx1"/>
            </a:solidFill>
          </a:endParaRPr>
        </a:p>
      </dgm:t>
    </dgm:pt>
    <dgm:pt modelId="{3C164409-44A2-4339-9EF8-169327D172D2}" type="parTrans" cxnId="{5042CF58-4B46-4BB4-8235-6DE869D277AC}">
      <dgm:prSet/>
      <dgm:spPr/>
      <dgm:t>
        <a:bodyPr/>
        <a:lstStyle/>
        <a:p>
          <a:endParaRPr lang="en-US"/>
        </a:p>
      </dgm:t>
    </dgm:pt>
    <dgm:pt modelId="{3E5E5A5F-F643-4096-B4AB-0189B2485730}" type="sibTrans" cxnId="{5042CF58-4B46-4BB4-8235-6DE869D277AC}">
      <dgm:prSet/>
      <dgm:spPr/>
      <dgm:t>
        <a:bodyPr/>
        <a:lstStyle/>
        <a:p>
          <a:endParaRPr lang="en-US"/>
        </a:p>
      </dgm:t>
    </dgm:pt>
    <dgm:pt modelId="{9C2C9D97-F0B8-409B-85B5-A086252C4C8E}" type="pres">
      <dgm:prSet presAssocID="{34AD2D89-496F-4836-A0BF-8057CCED74AE}" presName="root" presStyleCnt="0">
        <dgm:presLayoutVars>
          <dgm:dir/>
          <dgm:resizeHandles val="exact"/>
        </dgm:presLayoutVars>
      </dgm:prSet>
      <dgm:spPr/>
    </dgm:pt>
    <dgm:pt modelId="{A008DAD9-A034-441D-AB1B-309A71EA67F5}" type="pres">
      <dgm:prSet presAssocID="{77247A6D-65A8-4423-AC92-7052A62BAACA}" presName="compNode" presStyleCnt="0"/>
      <dgm:spPr/>
    </dgm:pt>
    <dgm:pt modelId="{10F72064-385B-4DE3-836C-7A85444F017E}" type="pres">
      <dgm:prSet presAssocID="{77247A6D-65A8-4423-AC92-7052A62BAACA}" presName="bgRect" presStyleLbl="bgShp" presStyleIdx="0" presStyleCnt="3" custLinFactNeighborX="-13948" custLinFactNeighborY="-37395"/>
      <dgm:spPr/>
    </dgm:pt>
    <dgm:pt modelId="{6FF49D32-8609-454F-B226-A2094578B287}" type="pres">
      <dgm:prSet presAssocID="{77247A6D-65A8-4423-AC92-7052A62BAAC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F13A55DF-316E-4EB8-8844-37E9E7DFB37A}" type="pres">
      <dgm:prSet presAssocID="{77247A6D-65A8-4423-AC92-7052A62BAACA}" presName="spaceRect" presStyleCnt="0"/>
      <dgm:spPr/>
    </dgm:pt>
    <dgm:pt modelId="{753B8C03-1623-4B6B-92C0-AC9001A66E1B}" type="pres">
      <dgm:prSet presAssocID="{77247A6D-65A8-4423-AC92-7052A62BAACA}" presName="parTx" presStyleLbl="revTx" presStyleIdx="0" presStyleCnt="3">
        <dgm:presLayoutVars>
          <dgm:chMax val="0"/>
          <dgm:chPref val="0"/>
        </dgm:presLayoutVars>
      </dgm:prSet>
      <dgm:spPr/>
    </dgm:pt>
    <dgm:pt modelId="{98E477DF-8682-4112-BEF1-EA8BD97716DC}" type="pres">
      <dgm:prSet presAssocID="{406BCD5F-0DA9-45F3-A3C9-B0952B128A01}" presName="sibTrans" presStyleCnt="0"/>
      <dgm:spPr/>
    </dgm:pt>
    <dgm:pt modelId="{842FDA27-4DE4-42A6-92F4-871E196D67E1}" type="pres">
      <dgm:prSet presAssocID="{AA74740D-2041-4B7C-8F16-62780B90D45D}" presName="compNode" presStyleCnt="0"/>
      <dgm:spPr/>
    </dgm:pt>
    <dgm:pt modelId="{B2A2CE45-9162-45C7-A31D-570857E738A4}" type="pres">
      <dgm:prSet presAssocID="{AA74740D-2041-4B7C-8F16-62780B90D45D}" presName="bgRect" presStyleLbl="bgShp" presStyleIdx="1" presStyleCnt="3"/>
      <dgm:spPr/>
    </dgm:pt>
    <dgm:pt modelId="{75A054EE-D93A-4F85-BABE-192376F66855}" type="pres">
      <dgm:prSet presAssocID="{AA74740D-2041-4B7C-8F16-62780B90D45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4A5A11A2-0067-4BE8-B841-6A5EA8F666B0}" type="pres">
      <dgm:prSet presAssocID="{AA74740D-2041-4B7C-8F16-62780B90D45D}" presName="spaceRect" presStyleCnt="0"/>
      <dgm:spPr/>
    </dgm:pt>
    <dgm:pt modelId="{EB1C1E40-21A2-4967-B72A-647A71FCCD29}" type="pres">
      <dgm:prSet presAssocID="{AA74740D-2041-4B7C-8F16-62780B90D45D}" presName="parTx" presStyleLbl="revTx" presStyleIdx="1" presStyleCnt="3">
        <dgm:presLayoutVars>
          <dgm:chMax val="0"/>
          <dgm:chPref val="0"/>
        </dgm:presLayoutVars>
      </dgm:prSet>
      <dgm:spPr/>
    </dgm:pt>
    <dgm:pt modelId="{E766819D-090A-4317-BDBF-2CE47F5F0F59}" type="pres">
      <dgm:prSet presAssocID="{7633D09F-ED93-4B11-8432-9F5C2BE25B66}" presName="sibTrans" presStyleCnt="0"/>
      <dgm:spPr/>
    </dgm:pt>
    <dgm:pt modelId="{DC1FA465-B3EF-4E6B-AB91-95E89393424D}" type="pres">
      <dgm:prSet presAssocID="{047D5B88-6144-4F2F-8668-4AFB540AA5A0}" presName="compNode" presStyleCnt="0"/>
      <dgm:spPr/>
    </dgm:pt>
    <dgm:pt modelId="{62301060-12D2-4E69-8734-4D42127E2432}" type="pres">
      <dgm:prSet presAssocID="{047D5B88-6144-4F2F-8668-4AFB540AA5A0}" presName="bgRect" presStyleLbl="bgShp" presStyleIdx="2" presStyleCnt="3"/>
      <dgm:spPr/>
    </dgm:pt>
    <dgm:pt modelId="{B31E8FAE-4EB4-46FE-8F42-5A3D980E1F4A}" type="pres">
      <dgm:prSet presAssocID="{047D5B88-6144-4F2F-8668-4AFB540AA5A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D6929FD-0482-4711-9593-4EB8EB18B6D8}" type="pres">
      <dgm:prSet presAssocID="{047D5B88-6144-4F2F-8668-4AFB540AA5A0}" presName="spaceRect" presStyleCnt="0"/>
      <dgm:spPr/>
    </dgm:pt>
    <dgm:pt modelId="{B0C04E8E-F413-49DD-AE6A-C25E23AA19F2}" type="pres">
      <dgm:prSet presAssocID="{047D5B88-6144-4F2F-8668-4AFB540AA5A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F4BC900-3B16-4ABE-9E92-56197BD3B199}" type="presOf" srcId="{34AD2D89-496F-4836-A0BF-8057CCED74AE}" destId="{9C2C9D97-F0B8-409B-85B5-A086252C4C8E}" srcOrd="0" destOrd="0" presId="urn:microsoft.com/office/officeart/2018/2/layout/IconVerticalSolidList"/>
    <dgm:cxn modelId="{BB00EE09-3849-40A2-B1E5-0554D9FF67BB}" srcId="{34AD2D89-496F-4836-A0BF-8057CCED74AE}" destId="{AA74740D-2041-4B7C-8F16-62780B90D45D}" srcOrd="1" destOrd="0" parTransId="{DCACE3A8-FC9E-42F4-A91A-4808849356E6}" sibTransId="{7633D09F-ED93-4B11-8432-9F5C2BE25B66}"/>
    <dgm:cxn modelId="{BF7FAF5C-1B23-4A2A-A804-56A14AEC52E7}" type="presOf" srcId="{AA74740D-2041-4B7C-8F16-62780B90D45D}" destId="{EB1C1E40-21A2-4967-B72A-647A71FCCD29}" srcOrd="0" destOrd="0" presId="urn:microsoft.com/office/officeart/2018/2/layout/IconVerticalSolidList"/>
    <dgm:cxn modelId="{9873456E-1FD8-4AC5-A96A-25841D4EF284}" type="presOf" srcId="{77247A6D-65A8-4423-AC92-7052A62BAACA}" destId="{753B8C03-1623-4B6B-92C0-AC9001A66E1B}" srcOrd="0" destOrd="0" presId="urn:microsoft.com/office/officeart/2018/2/layout/IconVerticalSolidList"/>
    <dgm:cxn modelId="{5042CF58-4B46-4BB4-8235-6DE869D277AC}" srcId="{34AD2D89-496F-4836-A0BF-8057CCED74AE}" destId="{047D5B88-6144-4F2F-8668-4AFB540AA5A0}" srcOrd="2" destOrd="0" parTransId="{3C164409-44A2-4339-9EF8-169327D172D2}" sibTransId="{3E5E5A5F-F643-4096-B4AB-0189B2485730}"/>
    <dgm:cxn modelId="{15F55F89-9CB5-4E83-B183-3679F40088C4}" srcId="{34AD2D89-496F-4836-A0BF-8057CCED74AE}" destId="{77247A6D-65A8-4423-AC92-7052A62BAACA}" srcOrd="0" destOrd="0" parTransId="{E72CD3EF-8186-4ACB-96F7-9D4B394E09CB}" sibTransId="{406BCD5F-0DA9-45F3-A3C9-B0952B128A01}"/>
    <dgm:cxn modelId="{4EAA65A2-90B8-42AD-8177-284C38A8C00A}" type="presOf" srcId="{047D5B88-6144-4F2F-8668-4AFB540AA5A0}" destId="{B0C04E8E-F413-49DD-AE6A-C25E23AA19F2}" srcOrd="0" destOrd="0" presId="urn:microsoft.com/office/officeart/2018/2/layout/IconVerticalSolidList"/>
    <dgm:cxn modelId="{52C5EB92-76D6-42CE-96BA-94D3FE4733B5}" type="presParOf" srcId="{9C2C9D97-F0B8-409B-85B5-A086252C4C8E}" destId="{A008DAD9-A034-441D-AB1B-309A71EA67F5}" srcOrd="0" destOrd="0" presId="urn:microsoft.com/office/officeart/2018/2/layout/IconVerticalSolidList"/>
    <dgm:cxn modelId="{3205DE2B-FC4A-4D47-A2A3-B9F550510902}" type="presParOf" srcId="{A008DAD9-A034-441D-AB1B-309A71EA67F5}" destId="{10F72064-385B-4DE3-836C-7A85444F017E}" srcOrd="0" destOrd="0" presId="urn:microsoft.com/office/officeart/2018/2/layout/IconVerticalSolidList"/>
    <dgm:cxn modelId="{62999788-B03D-45C9-B2AE-DFB51C137B9C}" type="presParOf" srcId="{A008DAD9-A034-441D-AB1B-309A71EA67F5}" destId="{6FF49D32-8609-454F-B226-A2094578B287}" srcOrd="1" destOrd="0" presId="urn:microsoft.com/office/officeart/2018/2/layout/IconVerticalSolidList"/>
    <dgm:cxn modelId="{65B6D2C9-8DF1-423E-97BE-AC28C0049340}" type="presParOf" srcId="{A008DAD9-A034-441D-AB1B-309A71EA67F5}" destId="{F13A55DF-316E-4EB8-8844-37E9E7DFB37A}" srcOrd="2" destOrd="0" presId="urn:microsoft.com/office/officeart/2018/2/layout/IconVerticalSolidList"/>
    <dgm:cxn modelId="{136C4F3F-DBDC-4C97-976D-C3FC694E121F}" type="presParOf" srcId="{A008DAD9-A034-441D-AB1B-309A71EA67F5}" destId="{753B8C03-1623-4B6B-92C0-AC9001A66E1B}" srcOrd="3" destOrd="0" presId="urn:microsoft.com/office/officeart/2018/2/layout/IconVerticalSolidList"/>
    <dgm:cxn modelId="{EF638791-704D-449D-9A7A-325CE772F4FA}" type="presParOf" srcId="{9C2C9D97-F0B8-409B-85B5-A086252C4C8E}" destId="{98E477DF-8682-4112-BEF1-EA8BD97716DC}" srcOrd="1" destOrd="0" presId="urn:microsoft.com/office/officeart/2018/2/layout/IconVerticalSolidList"/>
    <dgm:cxn modelId="{85BAFE60-7A03-4CE9-BEBE-66D5CCE50884}" type="presParOf" srcId="{9C2C9D97-F0B8-409B-85B5-A086252C4C8E}" destId="{842FDA27-4DE4-42A6-92F4-871E196D67E1}" srcOrd="2" destOrd="0" presId="urn:microsoft.com/office/officeart/2018/2/layout/IconVerticalSolidList"/>
    <dgm:cxn modelId="{80FBEDAD-D809-4FF6-A29D-093FA8066610}" type="presParOf" srcId="{842FDA27-4DE4-42A6-92F4-871E196D67E1}" destId="{B2A2CE45-9162-45C7-A31D-570857E738A4}" srcOrd="0" destOrd="0" presId="urn:microsoft.com/office/officeart/2018/2/layout/IconVerticalSolidList"/>
    <dgm:cxn modelId="{2D1A0C1C-4790-4C9B-8E4F-4265A8E88D34}" type="presParOf" srcId="{842FDA27-4DE4-42A6-92F4-871E196D67E1}" destId="{75A054EE-D93A-4F85-BABE-192376F66855}" srcOrd="1" destOrd="0" presId="urn:microsoft.com/office/officeart/2018/2/layout/IconVerticalSolidList"/>
    <dgm:cxn modelId="{5C3707FA-1D08-4FF1-A2A6-16438F3CCE0E}" type="presParOf" srcId="{842FDA27-4DE4-42A6-92F4-871E196D67E1}" destId="{4A5A11A2-0067-4BE8-B841-6A5EA8F666B0}" srcOrd="2" destOrd="0" presId="urn:microsoft.com/office/officeart/2018/2/layout/IconVerticalSolidList"/>
    <dgm:cxn modelId="{A905C601-114F-496D-90EF-EAA9119E7769}" type="presParOf" srcId="{842FDA27-4DE4-42A6-92F4-871E196D67E1}" destId="{EB1C1E40-21A2-4967-B72A-647A71FCCD29}" srcOrd="3" destOrd="0" presId="urn:microsoft.com/office/officeart/2018/2/layout/IconVerticalSolidList"/>
    <dgm:cxn modelId="{5B52C6EE-DC90-4320-9D2A-FE6C2F14F789}" type="presParOf" srcId="{9C2C9D97-F0B8-409B-85B5-A086252C4C8E}" destId="{E766819D-090A-4317-BDBF-2CE47F5F0F59}" srcOrd="3" destOrd="0" presId="urn:microsoft.com/office/officeart/2018/2/layout/IconVerticalSolidList"/>
    <dgm:cxn modelId="{2E664707-EFF6-4463-B196-D0CF1C56718F}" type="presParOf" srcId="{9C2C9D97-F0B8-409B-85B5-A086252C4C8E}" destId="{DC1FA465-B3EF-4E6B-AB91-95E89393424D}" srcOrd="4" destOrd="0" presId="urn:microsoft.com/office/officeart/2018/2/layout/IconVerticalSolidList"/>
    <dgm:cxn modelId="{F104602A-6A5A-415D-8FA8-179661D2B235}" type="presParOf" srcId="{DC1FA465-B3EF-4E6B-AB91-95E89393424D}" destId="{62301060-12D2-4E69-8734-4D42127E2432}" srcOrd="0" destOrd="0" presId="urn:microsoft.com/office/officeart/2018/2/layout/IconVerticalSolidList"/>
    <dgm:cxn modelId="{0CEB0E37-8E0F-497F-8377-24C0440FE11A}" type="presParOf" srcId="{DC1FA465-B3EF-4E6B-AB91-95E89393424D}" destId="{B31E8FAE-4EB4-46FE-8F42-5A3D980E1F4A}" srcOrd="1" destOrd="0" presId="urn:microsoft.com/office/officeart/2018/2/layout/IconVerticalSolidList"/>
    <dgm:cxn modelId="{AAA71344-4153-4EFD-9715-38B33384D38A}" type="presParOf" srcId="{DC1FA465-B3EF-4E6B-AB91-95E89393424D}" destId="{0D6929FD-0482-4711-9593-4EB8EB18B6D8}" srcOrd="2" destOrd="0" presId="urn:microsoft.com/office/officeart/2018/2/layout/IconVerticalSolidList"/>
    <dgm:cxn modelId="{B959D8B3-D334-43E3-B8AE-387C0F053BA8}" type="presParOf" srcId="{DC1FA465-B3EF-4E6B-AB91-95E89393424D}" destId="{B0C04E8E-F413-49DD-AE6A-C25E23AA19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F9E407-1A96-42E7-9452-9AB95A92F3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5593799-242C-47D1-9CA3-8A1041E99666}">
      <dgm:prSet/>
      <dgm:spPr/>
      <dgm:t>
        <a:bodyPr/>
        <a:lstStyle/>
        <a:p>
          <a:r>
            <a:rPr lang="en-US" b="0" i="0"/>
            <a:t>• Thousands of tickets</a:t>
          </a:r>
          <a:endParaRPr lang="en-US"/>
        </a:p>
      </dgm:t>
    </dgm:pt>
    <dgm:pt modelId="{DAC5FC65-4D71-4940-8407-0F52747712B2}" type="parTrans" cxnId="{E04BEED0-13D0-4306-9DDE-798B580BF39B}">
      <dgm:prSet/>
      <dgm:spPr/>
      <dgm:t>
        <a:bodyPr/>
        <a:lstStyle/>
        <a:p>
          <a:endParaRPr lang="en-US"/>
        </a:p>
      </dgm:t>
    </dgm:pt>
    <dgm:pt modelId="{C5CE4984-499C-492D-9679-34FC4050CCF9}" type="sibTrans" cxnId="{E04BEED0-13D0-4306-9DDE-798B580BF39B}">
      <dgm:prSet/>
      <dgm:spPr/>
      <dgm:t>
        <a:bodyPr/>
        <a:lstStyle/>
        <a:p>
          <a:endParaRPr lang="en-US"/>
        </a:p>
      </dgm:t>
    </dgm:pt>
    <dgm:pt modelId="{9B57F593-5657-485A-AE56-C513B9F71416}">
      <dgm:prSet/>
      <dgm:spPr/>
      <dgm:t>
        <a:bodyPr/>
        <a:lstStyle/>
        <a:p>
          <a:r>
            <a:rPr lang="en-US" b="0" i="0"/>
            <a:t>• Slow manual search</a:t>
          </a:r>
          <a:endParaRPr lang="en-US"/>
        </a:p>
      </dgm:t>
    </dgm:pt>
    <dgm:pt modelId="{879B1E6B-67F5-4977-97ED-B987EFE380E8}" type="parTrans" cxnId="{6E175727-560A-4A95-A5B1-3B1530904985}">
      <dgm:prSet/>
      <dgm:spPr/>
      <dgm:t>
        <a:bodyPr/>
        <a:lstStyle/>
        <a:p>
          <a:endParaRPr lang="en-US"/>
        </a:p>
      </dgm:t>
    </dgm:pt>
    <dgm:pt modelId="{6D79610E-F46B-4EA9-9D73-9879836FF151}" type="sibTrans" cxnId="{6E175727-560A-4A95-A5B1-3B1530904985}">
      <dgm:prSet/>
      <dgm:spPr/>
      <dgm:t>
        <a:bodyPr/>
        <a:lstStyle/>
        <a:p>
          <a:endParaRPr lang="en-US"/>
        </a:p>
      </dgm:t>
    </dgm:pt>
    <dgm:pt modelId="{3BB72E3F-47A6-4C7A-9A66-031D6F61B8AF}">
      <dgm:prSet/>
      <dgm:spPr/>
      <dgm:t>
        <a:bodyPr/>
        <a:lstStyle/>
        <a:p>
          <a:r>
            <a:rPr lang="en-US" b="0" i="0"/>
            <a:t>• Manual status updates</a:t>
          </a:r>
          <a:endParaRPr lang="en-US"/>
        </a:p>
      </dgm:t>
    </dgm:pt>
    <dgm:pt modelId="{9E2A50DA-F71A-489B-90F9-BA9634F8CE21}" type="parTrans" cxnId="{86F8E732-70CD-4758-8E5D-CBCBAA3E6F8A}">
      <dgm:prSet/>
      <dgm:spPr/>
      <dgm:t>
        <a:bodyPr/>
        <a:lstStyle/>
        <a:p>
          <a:endParaRPr lang="en-US"/>
        </a:p>
      </dgm:t>
    </dgm:pt>
    <dgm:pt modelId="{1FC222F5-BEC2-4B7C-82EE-352F2FF65CDF}" type="sibTrans" cxnId="{86F8E732-70CD-4758-8E5D-CBCBAA3E6F8A}">
      <dgm:prSet/>
      <dgm:spPr/>
      <dgm:t>
        <a:bodyPr/>
        <a:lstStyle/>
        <a:p>
          <a:endParaRPr lang="en-US"/>
        </a:p>
      </dgm:t>
    </dgm:pt>
    <dgm:pt modelId="{90B05177-6E3F-41F0-98DE-FB4B28DDB6EF}">
      <dgm:prSet/>
      <dgm:spPr/>
      <dgm:t>
        <a:bodyPr/>
        <a:lstStyle/>
        <a:p>
          <a:r>
            <a:rPr lang="en-US" b="0" i="0"/>
            <a:t>• Policies stored separately</a:t>
          </a:r>
          <a:endParaRPr lang="en-US"/>
        </a:p>
      </dgm:t>
    </dgm:pt>
    <dgm:pt modelId="{97884906-ED1C-4614-9905-43E2BD0324FC}" type="parTrans" cxnId="{FE43F984-EBFF-4452-A08B-42A6B55DB5B1}">
      <dgm:prSet/>
      <dgm:spPr/>
      <dgm:t>
        <a:bodyPr/>
        <a:lstStyle/>
        <a:p>
          <a:endParaRPr lang="en-US"/>
        </a:p>
      </dgm:t>
    </dgm:pt>
    <dgm:pt modelId="{9F279679-E61A-4A1F-A668-E7F56DCFD044}" type="sibTrans" cxnId="{FE43F984-EBFF-4452-A08B-42A6B55DB5B1}">
      <dgm:prSet/>
      <dgm:spPr/>
      <dgm:t>
        <a:bodyPr/>
        <a:lstStyle/>
        <a:p>
          <a:endParaRPr lang="en-US"/>
        </a:p>
      </dgm:t>
    </dgm:pt>
    <dgm:pt modelId="{6C021C1B-9ED9-4FFF-B0A6-6A0ED33177CF}">
      <dgm:prSet/>
      <dgm:spPr/>
      <dgm:t>
        <a:bodyPr/>
        <a:lstStyle/>
        <a:p>
          <a:r>
            <a:rPr lang="en-US" b="0" i="0"/>
            <a:t>• Direct AI database access is insecure</a:t>
          </a:r>
          <a:endParaRPr lang="en-US"/>
        </a:p>
      </dgm:t>
    </dgm:pt>
    <dgm:pt modelId="{C657DE22-4AE0-4920-97F6-29F032B9CCCC}" type="parTrans" cxnId="{FE39BB75-A2E5-4FE3-99F1-B0C04752C175}">
      <dgm:prSet/>
      <dgm:spPr/>
      <dgm:t>
        <a:bodyPr/>
        <a:lstStyle/>
        <a:p>
          <a:endParaRPr lang="en-US"/>
        </a:p>
      </dgm:t>
    </dgm:pt>
    <dgm:pt modelId="{CB0983B0-8232-47B2-948C-35549E61C97B}" type="sibTrans" cxnId="{FE39BB75-A2E5-4FE3-99F1-B0C04752C175}">
      <dgm:prSet/>
      <dgm:spPr/>
      <dgm:t>
        <a:bodyPr/>
        <a:lstStyle/>
        <a:p>
          <a:endParaRPr lang="en-US"/>
        </a:p>
      </dgm:t>
    </dgm:pt>
    <dgm:pt modelId="{7959E974-590E-4469-9485-B262B2F7D6BE}" type="pres">
      <dgm:prSet presAssocID="{5AF9E407-1A96-42E7-9452-9AB95A92F31C}" presName="root" presStyleCnt="0">
        <dgm:presLayoutVars>
          <dgm:dir/>
          <dgm:resizeHandles val="exact"/>
        </dgm:presLayoutVars>
      </dgm:prSet>
      <dgm:spPr/>
    </dgm:pt>
    <dgm:pt modelId="{387D3262-61B1-4F20-B9B9-5AB6B17E29E7}" type="pres">
      <dgm:prSet presAssocID="{35593799-242C-47D1-9CA3-8A1041E99666}" presName="compNode" presStyleCnt="0"/>
      <dgm:spPr/>
    </dgm:pt>
    <dgm:pt modelId="{6AFEAE90-4161-43BB-A59A-33EFD5362830}" type="pres">
      <dgm:prSet presAssocID="{35593799-242C-47D1-9CA3-8A1041E99666}" presName="bgRect" presStyleLbl="bgShp" presStyleIdx="0" presStyleCnt="5"/>
      <dgm:spPr/>
    </dgm:pt>
    <dgm:pt modelId="{BD9CEFFB-0127-46D5-A0BE-5E69AC295705}" type="pres">
      <dgm:prSet presAssocID="{35593799-242C-47D1-9CA3-8A1041E9966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CA2C16E6-B9F9-4708-9A48-EDECB0939C9C}" type="pres">
      <dgm:prSet presAssocID="{35593799-242C-47D1-9CA3-8A1041E99666}" presName="spaceRect" presStyleCnt="0"/>
      <dgm:spPr/>
    </dgm:pt>
    <dgm:pt modelId="{83249668-8A2E-4ADB-8610-4C4FA4067029}" type="pres">
      <dgm:prSet presAssocID="{35593799-242C-47D1-9CA3-8A1041E99666}" presName="parTx" presStyleLbl="revTx" presStyleIdx="0" presStyleCnt="5">
        <dgm:presLayoutVars>
          <dgm:chMax val="0"/>
          <dgm:chPref val="0"/>
        </dgm:presLayoutVars>
      </dgm:prSet>
      <dgm:spPr/>
    </dgm:pt>
    <dgm:pt modelId="{35E7CADD-9C93-4837-9322-F325C2D6FBEA}" type="pres">
      <dgm:prSet presAssocID="{C5CE4984-499C-492D-9679-34FC4050CCF9}" presName="sibTrans" presStyleCnt="0"/>
      <dgm:spPr/>
    </dgm:pt>
    <dgm:pt modelId="{EA51358B-B21D-4346-8BDA-4E15380A70F8}" type="pres">
      <dgm:prSet presAssocID="{9B57F593-5657-485A-AE56-C513B9F71416}" presName="compNode" presStyleCnt="0"/>
      <dgm:spPr/>
    </dgm:pt>
    <dgm:pt modelId="{CA4FAEA5-AECC-4EB3-931E-50785EE219D7}" type="pres">
      <dgm:prSet presAssocID="{9B57F593-5657-485A-AE56-C513B9F71416}" presName="bgRect" presStyleLbl="bgShp" presStyleIdx="1" presStyleCnt="5"/>
      <dgm:spPr/>
    </dgm:pt>
    <dgm:pt modelId="{DBFDBA4C-0A9C-4767-8B4B-78A985C00FC3}" type="pres">
      <dgm:prSet presAssocID="{9B57F593-5657-485A-AE56-C513B9F7141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780D9801-44BB-460A-8B49-4FD3D7A18B4F}" type="pres">
      <dgm:prSet presAssocID="{9B57F593-5657-485A-AE56-C513B9F71416}" presName="spaceRect" presStyleCnt="0"/>
      <dgm:spPr/>
    </dgm:pt>
    <dgm:pt modelId="{9B2926F9-84FD-4478-807F-9A614B050A97}" type="pres">
      <dgm:prSet presAssocID="{9B57F593-5657-485A-AE56-C513B9F71416}" presName="parTx" presStyleLbl="revTx" presStyleIdx="1" presStyleCnt="5">
        <dgm:presLayoutVars>
          <dgm:chMax val="0"/>
          <dgm:chPref val="0"/>
        </dgm:presLayoutVars>
      </dgm:prSet>
      <dgm:spPr/>
    </dgm:pt>
    <dgm:pt modelId="{EC628B6B-D3AB-4AB8-BC79-36B47EE8D85F}" type="pres">
      <dgm:prSet presAssocID="{6D79610E-F46B-4EA9-9D73-9879836FF151}" presName="sibTrans" presStyleCnt="0"/>
      <dgm:spPr/>
    </dgm:pt>
    <dgm:pt modelId="{4CA115CF-31DE-4B9C-B50F-FC24D4FC411F}" type="pres">
      <dgm:prSet presAssocID="{3BB72E3F-47A6-4C7A-9A66-031D6F61B8AF}" presName="compNode" presStyleCnt="0"/>
      <dgm:spPr/>
    </dgm:pt>
    <dgm:pt modelId="{706086FF-0C08-4D17-95FF-381789B9DF88}" type="pres">
      <dgm:prSet presAssocID="{3BB72E3F-47A6-4C7A-9A66-031D6F61B8AF}" presName="bgRect" presStyleLbl="bgShp" presStyleIdx="2" presStyleCnt="5"/>
      <dgm:spPr/>
    </dgm:pt>
    <dgm:pt modelId="{A3A6AF98-1105-44F9-950B-2D1654C7F12C}" type="pres">
      <dgm:prSet presAssocID="{3BB72E3F-47A6-4C7A-9A66-031D6F61B8A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581C6F4-EA77-4906-8593-E4E801EC0D43}" type="pres">
      <dgm:prSet presAssocID="{3BB72E3F-47A6-4C7A-9A66-031D6F61B8AF}" presName="spaceRect" presStyleCnt="0"/>
      <dgm:spPr/>
    </dgm:pt>
    <dgm:pt modelId="{D5C81AE3-AB27-4D4B-A7BF-3BE117BB5C09}" type="pres">
      <dgm:prSet presAssocID="{3BB72E3F-47A6-4C7A-9A66-031D6F61B8AF}" presName="parTx" presStyleLbl="revTx" presStyleIdx="2" presStyleCnt="5">
        <dgm:presLayoutVars>
          <dgm:chMax val="0"/>
          <dgm:chPref val="0"/>
        </dgm:presLayoutVars>
      </dgm:prSet>
      <dgm:spPr/>
    </dgm:pt>
    <dgm:pt modelId="{5BA1A453-9936-4509-ADEF-51EBBF7C06D4}" type="pres">
      <dgm:prSet presAssocID="{1FC222F5-BEC2-4B7C-82EE-352F2FF65CDF}" presName="sibTrans" presStyleCnt="0"/>
      <dgm:spPr/>
    </dgm:pt>
    <dgm:pt modelId="{98B5361A-EE6E-43E5-B039-4F2646D516F3}" type="pres">
      <dgm:prSet presAssocID="{90B05177-6E3F-41F0-98DE-FB4B28DDB6EF}" presName="compNode" presStyleCnt="0"/>
      <dgm:spPr/>
    </dgm:pt>
    <dgm:pt modelId="{CA5D5A52-EA48-4FA0-9547-CDF4BF1936A9}" type="pres">
      <dgm:prSet presAssocID="{90B05177-6E3F-41F0-98DE-FB4B28DDB6EF}" presName="bgRect" presStyleLbl="bgShp" presStyleIdx="3" presStyleCnt="5"/>
      <dgm:spPr/>
    </dgm:pt>
    <dgm:pt modelId="{D445A42B-82F9-480F-AB18-BC1B1C336A82}" type="pres">
      <dgm:prSet presAssocID="{90B05177-6E3F-41F0-98DE-FB4B28DDB6E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FE1C64E6-9D27-4285-B4BF-6DC53F9ADBA3}" type="pres">
      <dgm:prSet presAssocID="{90B05177-6E3F-41F0-98DE-FB4B28DDB6EF}" presName="spaceRect" presStyleCnt="0"/>
      <dgm:spPr/>
    </dgm:pt>
    <dgm:pt modelId="{05FBF0F3-55A1-4C21-8FF3-1B71C45AB9C0}" type="pres">
      <dgm:prSet presAssocID="{90B05177-6E3F-41F0-98DE-FB4B28DDB6EF}" presName="parTx" presStyleLbl="revTx" presStyleIdx="3" presStyleCnt="5">
        <dgm:presLayoutVars>
          <dgm:chMax val="0"/>
          <dgm:chPref val="0"/>
        </dgm:presLayoutVars>
      </dgm:prSet>
      <dgm:spPr/>
    </dgm:pt>
    <dgm:pt modelId="{9C813D5D-A654-414C-BCAD-0B5F92C1E416}" type="pres">
      <dgm:prSet presAssocID="{9F279679-E61A-4A1F-A668-E7F56DCFD044}" presName="sibTrans" presStyleCnt="0"/>
      <dgm:spPr/>
    </dgm:pt>
    <dgm:pt modelId="{0081C65A-2458-4126-BCF7-DDCE078470A5}" type="pres">
      <dgm:prSet presAssocID="{6C021C1B-9ED9-4FFF-B0A6-6A0ED33177CF}" presName="compNode" presStyleCnt="0"/>
      <dgm:spPr/>
    </dgm:pt>
    <dgm:pt modelId="{271E32B1-21DE-40E6-809A-0F90E730D139}" type="pres">
      <dgm:prSet presAssocID="{6C021C1B-9ED9-4FFF-B0A6-6A0ED33177CF}" presName="bgRect" presStyleLbl="bgShp" presStyleIdx="4" presStyleCnt="5"/>
      <dgm:spPr/>
    </dgm:pt>
    <dgm:pt modelId="{37CF0C6A-4BF6-40C6-935F-FE82754DC1CB}" type="pres">
      <dgm:prSet presAssocID="{6C021C1B-9ED9-4FFF-B0A6-6A0ED33177C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B7DF2D94-2CD0-4B9F-9352-977A6CDFDE46}" type="pres">
      <dgm:prSet presAssocID="{6C021C1B-9ED9-4FFF-B0A6-6A0ED33177CF}" presName="spaceRect" presStyleCnt="0"/>
      <dgm:spPr/>
    </dgm:pt>
    <dgm:pt modelId="{59814838-888B-4814-A868-705C3A20BB72}" type="pres">
      <dgm:prSet presAssocID="{6C021C1B-9ED9-4FFF-B0A6-6A0ED33177C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24E9315-690A-44B0-883D-1E2EB00C8A69}" type="presOf" srcId="{6C021C1B-9ED9-4FFF-B0A6-6A0ED33177CF}" destId="{59814838-888B-4814-A868-705C3A20BB72}" srcOrd="0" destOrd="0" presId="urn:microsoft.com/office/officeart/2018/2/layout/IconVerticalSolidList"/>
    <dgm:cxn modelId="{6E175727-560A-4A95-A5B1-3B1530904985}" srcId="{5AF9E407-1A96-42E7-9452-9AB95A92F31C}" destId="{9B57F593-5657-485A-AE56-C513B9F71416}" srcOrd="1" destOrd="0" parTransId="{879B1E6B-67F5-4977-97ED-B987EFE380E8}" sibTransId="{6D79610E-F46B-4EA9-9D73-9879836FF151}"/>
    <dgm:cxn modelId="{52CA2831-0D3D-4136-8009-359113E4F4C5}" type="presOf" srcId="{5AF9E407-1A96-42E7-9452-9AB95A92F31C}" destId="{7959E974-590E-4469-9485-B262B2F7D6BE}" srcOrd="0" destOrd="0" presId="urn:microsoft.com/office/officeart/2018/2/layout/IconVerticalSolidList"/>
    <dgm:cxn modelId="{86F8E732-70CD-4758-8E5D-CBCBAA3E6F8A}" srcId="{5AF9E407-1A96-42E7-9452-9AB95A92F31C}" destId="{3BB72E3F-47A6-4C7A-9A66-031D6F61B8AF}" srcOrd="2" destOrd="0" parTransId="{9E2A50DA-F71A-489B-90F9-BA9634F8CE21}" sibTransId="{1FC222F5-BEC2-4B7C-82EE-352F2FF65CDF}"/>
    <dgm:cxn modelId="{FE39BB75-A2E5-4FE3-99F1-B0C04752C175}" srcId="{5AF9E407-1A96-42E7-9452-9AB95A92F31C}" destId="{6C021C1B-9ED9-4FFF-B0A6-6A0ED33177CF}" srcOrd="4" destOrd="0" parTransId="{C657DE22-4AE0-4920-97F6-29F032B9CCCC}" sibTransId="{CB0983B0-8232-47B2-948C-35549E61C97B}"/>
    <dgm:cxn modelId="{9486167B-66D2-4EDF-A9AF-D19D9E1A6E43}" type="presOf" srcId="{90B05177-6E3F-41F0-98DE-FB4B28DDB6EF}" destId="{05FBF0F3-55A1-4C21-8FF3-1B71C45AB9C0}" srcOrd="0" destOrd="0" presId="urn:microsoft.com/office/officeart/2018/2/layout/IconVerticalSolidList"/>
    <dgm:cxn modelId="{24951080-7A62-4A99-AB81-AD059A1568FB}" type="presOf" srcId="{3BB72E3F-47A6-4C7A-9A66-031D6F61B8AF}" destId="{D5C81AE3-AB27-4D4B-A7BF-3BE117BB5C09}" srcOrd="0" destOrd="0" presId="urn:microsoft.com/office/officeart/2018/2/layout/IconVerticalSolidList"/>
    <dgm:cxn modelId="{FE43F984-EBFF-4452-A08B-42A6B55DB5B1}" srcId="{5AF9E407-1A96-42E7-9452-9AB95A92F31C}" destId="{90B05177-6E3F-41F0-98DE-FB4B28DDB6EF}" srcOrd="3" destOrd="0" parTransId="{97884906-ED1C-4614-9905-43E2BD0324FC}" sibTransId="{9F279679-E61A-4A1F-A668-E7F56DCFD044}"/>
    <dgm:cxn modelId="{F5EF2FAE-F877-4981-88C5-9344712A1718}" type="presOf" srcId="{35593799-242C-47D1-9CA3-8A1041E99666}" destId="{83249668-8A2E-4ADB-8610-4C4FA4067029}" srcOrd="0" destOrd="0" presId="urn:microsoft.com/office/officeart/2018/2/layout/IconVerticalSolidList"/>
    <dgm:cxn modelId="{E04BEED0-13D0-4306-9DDE-798B580BF39B}" srcId="{5AF9E407-1A96-42E7-9452-9AB95A92F31C}" destId="{35593799-242C-47D1-9CA3-8A1041E99666}" srcOrd="0" destOrd="0" parTransId="{DAC5FC65-4D71-4940-8407-0F52747712B2}" sibTransId="{C5CE4984-499C-492D-9679-34FC4050CCF9}"/>
    <dgm:cxn modelId="{8C3F51DC-CD17-48C6-BDD3-8684570D85BB}" type="presOf" srcId="{9B57F593-5657-485A-AE56-C513B9F71416}" destId="{9B2926F9-84FD-4478-807F-9A614B050A97}" srcOrd="0" destOrd="0" presId="urn:microsoft.com/office/officeart/2018/2/layout/IconVerticalSolidList"/>
    <dgm:cxn modelId="{DC6BDCAC-EABB-40A4-9B42-BB8FB39E0AEF}" type="presParOf" srcId="{7959E974-590E-4469-9485-B262B2F7D6BE}" destId="{387D3262-61B1-4F20-B9B9-5AB6B17E29E7}" srcOrd="0" destOrd="0" presId="urn:microsoft.com/office/officeart/2018/2/layout/IconVerticalSolidList"/>
    <dgm:cxn modelId="{93B069C9-C347-4811-9CF0-5F9A39FD3B7E}" type="presParOf" srcId="{387D3262-61B1-4F20-B9B9-5AB6B17E29E7}" destId="{6AFEAE90-4161-43BB-A59A-33EFD5362830}" srcOrd="0" destOrd="0" presId="urn:microsoft.com/office/officeart/2018/2/layout/IconVerticalSolidList"/>
    <dgm:cxn modelId="{8A42B905-4B16-46B1-B6DA-4591FDEFD15C}" type="presParOf" srcId="{387D3262-61B1-4F20-B9B9-5AB6B17E29E7}" destId="{BD9CEFFB-0127-46D5-A0BE-5E69AC295705}" srcOrd="1" destOrd="0" presId="urn:microsoft.com/office/officeart/2018/2/layout/IconVerticalSolidList"/>
    <dgm:cxn modelId="{B5842F9C-439D-4C93-8CB9-A1B13DBE1D80}" type="presParOf" srcId="{387D3262-61B1-4F20-B9B9-5AB6B17E29E7}" destId="{CA2C16E6-B9F9-4708-9A48-EDECB0939C9C}" srcOrd="2" destOrd="0" presId="urn:microsoft.com/office/officeart/2018/2/layout/IconVerticalSolidList"/>
    <dgm:cxn modelId="{3FAD8B97-8427-465F-A418-E17A4ABBFCD7}" type="presParOf" srcId="{387D3262-61B1-4F20-B9B9-5AB6B17E29E7}" destId="{83249668-8A2E-4ADB-8610-4C4FA4067029}" srcOrd="3" destOrd="0" presId="urn:microsoft.com/office/officeart/2018/2/layout/IconVerticalSolidList"/>
    <dgm:cxn modelId="{12FEBC31-96C7-4194-894B-52EB00741E20}" type="presParOf" srcId="{7959E974-590E-4469-9485-B262B2F7D6BE}" destId="{35E7CADD-9C93-4837-9322-F325C2D6FBEA}" srcOrd="1" destOrd="0" presId="urn:microsoft.com/office/officeart/2018/2/layout/IconVerticalSolidList"/>
    <dgm:cxn modelId="{D11B8F9E-7851-452B-993E-F824C1B49809}" type="presParOf" srcId="{7959E974-590E-4469-9485-B262B2F7D6BE}" destId="{EA51358B-B21D-4346-8BDA-4E15380A70F8}" srcOrd="2" destOrd="0" presId="urn:microsoft.com/office/officeart/2018/2/layout/IconVerticalSolidList"/>
    <dgm:cxn modelId="{26309749-A87B-473E-8C86-58E380111516}" type="presParOf" srcId="{EA51358B-B21D-4346-8BDA-4E15380A70F8}" destId="{CA4FAEA5-AECC-4EB3-931E-50785EE219D7}" srcOrd="0" destOrd="0" presId="urn:microsoft.com/office/officeart/2018/2/layout/IconVerticalSolidList"/>
    <dgm:cxn modelId="{8612C1D8-C858-4FC7-A4EE-DDD5FEA70229}" type="presParOf" srcId="{EA51358B-B21D-4346-8BDA-4E15380A70F8}" destId="{DBFDBA4C-0A9C-4767-8B4B-78A985C00FC3}" srcOrd="1" destOrd="0" presId="urn:microsoft.com/office/officeart/2018/2/layout/IconVerticalSolidList"/>
    <dgm:cxn modelId="{015AE7A2-FD3B-4BEE-8932-9A74D7B0ADF0}" type="presParOf" srcId="{EA51358B-B21D-4346-8BDA-4E15380A70F8}" destId="{780D9801-44BB-460A-8B49-4FD3D7A18B4F}" srcOrd="2" destOrd="0" presId="urn:microsoft.com/office/officeart/2018/2/layout/IconVerticalSolidList"/>
    <dgm:cxn modelId="{46A5A7CC-0907-411D-9399-54E4AF529430}" type="presParOf" srcId="{EA51358B-B21D-4346-8BDA-4E15380A70F8}" destId="{9B2926F9-84FD-4478-807F-9A614B050A97}" srcOrd="3" destOrd="0" presId="urn:microsoft.com/office/officeart/2018/2/layout/IconVerticalSolidList"/>
    <dgm:cxn modelId="{2100AC10-96D5-4CCC-BB77-58AF696D0E7C}" type="presParOf" srcId="{7959E974-590E-4469-9485-B262B2F7D6BE}" destId="{EC628B6B-D3AB-4AB8-BC79-36B47EE8D85F}" srcOrd="3" destOrd="0" presId="urn:microsoft.com/office/officeart/2018/2/layout/IconVerticalSolidList"/>
    <dgm:cxn modelId="{AE62CE00-E317-41A8-90A7-6610FF0AE06B}" type="presParOf" srcId="{7959E974-590E-4469-9485-B262B2F7D6BE}" destId="{4CA115CF-31DE-4B9C-B50F-FC24D4FC411F}" srcOrd="4" destOrd="0" presId="urn:microsoft.com/office/officeart/2018/2/layout/IconVerticalSolidList"/>
    <dgm:cxn modelId="{567737F2-B724-43A5-AD44-8F28055ABED5}" type="presParOf" srcId="{4CA115CF-31DE-4B9C-B50F-FC24D4FC411F}" destId="{706086FF-0C08-4D17-95FF-381789B9DF88}" srcOrd="0" destOrd="0" presId="urn:microsoft.com/office/officeart/2018/2/layout/IconVerticalSolidList"/>
    <dgm:cxn modelId="{771D4A85-FC0D-4C97-B138-F3FC3134985B}" type="presParOf" srcId="{4CA115CF-31DE-4B9C-B50F-FC24D4FC411F}" destId="{A3A6AF98-1105-44F9-950B-2D1654C7F12C}" srcOrd="1" destOrd="0" presId="urn:microsoft.com/office/officeart/2018/2/layout/IconVerticalSolidList"/>
    <dgm:cxn modelId="{B6E79AA4-FDB4-4CD3-BB1D-054AEA5BB145}" type="presParOf" srcId="{4CA115CF-31DE-4B9C-B50F-FC24D4FC411F}" destId="{A581C6F4-EA77-4906-8593-E4E801EC0D43}" srcOrd="2" destOrd="0" presId="urn:microsoft.com/office/officeart/2018/2/layout/IconVerticalSolidList"/>
    <dgm:cxn modelId="{DDCE59FE-DA06-4202-A777-E07EE985E1F4}" type="presParOf" srcId="{4CA115CF-31DE-4B9C-B50F-FC24D4FC411F}" destId="{D5C81AE3-AB27-4D4B-A7BF-3BE117BB5C09}" srcOrd="3" destOrd="0" presId="urn:microsoft.com/office/officeart/2018/2/layout/IconVerticalSolidList"/>
    <dgm:cxn modelId="{3A1AC8E3-FEBB-4D67-A225-6E97193FE5FD}" type="presParOf" srcId="{7959E974-590E-4469-9485-B262B2F7D6BE}" destId="{5BA1A453-9936-4509-ADEF-51EBBF7C06D4}" srcOrd="5" destOrd="0" presId="urn:microsoft.com/office/officeart/2018/2/layout/IconVerticalSolidList"/>
    <dgm:cxn modelId="{D6E8ACDE-4DAE-4940-8140-5076DBAFC259}" type="presParOf" srcId="{7959E974-590E-4469-9485-B262B2F7D6BE}" destId="{98B5361A-EE6E-43E5-B039-4F2646D516F3}" srcOrd="6" destOrd="0" presId="urn:microsoft.com/office/officeart/2018/2/layout/IconVerticalSolidList"/>
    <dgm:cxn modelId="{87BBA59E-40C7-4309-BBD9-F4390516D2E0}" type="presParOf" srcId="{98B5361A-EE6E-43E5-B039-4F2646D516F3}" destId="{CA5D5A52-EA48-4FA0-9547-CDF4BF1936A9}" srcOrd="0" destOrd="0" presId="urn:microsoft.com/office/officeart/2018/2/layout/IconVerticalSolidList"/>
    <dgm:cxn modelId="{461F505A-8006-43FB-8833-FE3C60CF15F0}" type="presParOf" srcId="{98B5361A-EE6E-43E5-B039-4F2646D516F3}" destId="{D445A42B-82F9-480F-AB18-BC1B1C336A82}" srcOrd="1" destOrd="0" presId="urn:microsoft.com/office/officeart/2018/2/layout/IconVerticalSolidList"/>
    <dgm:cxn modelId="{71911894-0697-4FFF-AE40-355D9B563372}" type="presParOf" srcId="{98B5361A-EE6E-43E5-B039-4F2646D516F3}" destId="{FE1C64E6-9D27-4285-B4BF-6DC53F9ADBA3}" srcOrd="2" destOrd="0" presId="urn:microsoft.com/office/officeart/2018/2/layout/IconVerticalSolidList"/>
    <dgm:cxn modelId="{D033ED4B-348F-4FC7-84D3-AEA5EA91EF8E}" type="presParOf" srcId="{98B5361A-EE6E-43E5-B039-4F2646D516F3}" destId="{05FBF0F3-55A1-4C21-8FF3-1B71C45AB9C0}" srcOrd="3" destOrd="0" presId="urn:microsoft.com/office/officeart/2018/2/layout/IconVerticalSolidList"/>
    <dgm:cxn modelId="{50F2764C-9B3D-498E-A56D-6833359D7943}" type="presParOf" srcId="{7959E974-590E-4469-9485-B262B2F7D6BE}" destId="{9C813D5D-A654-414C-BCAD-0B5F92C1E416}" srcOrd="7" destOrd="0" presId="urn:microsoft.com/office/officeart/2018/2/layout/IconVerticalSolidList"/>
    <dgm:cxn modelId="{FF1BEDAB-50CB-462C-90A4-916469F8923A}" type="presParOf" srcId="{7959E974-590E-4469-9485-B262B2F7D6BE}" destId="{0081C65A-2458-4126-BCF7-DDCE078470A5}" srcOrd="8" destOrd="0" presId="urn:microsoft.com/office/officeart/2018/2/layout/IconVerticalSolidList"/>
    <dgm:cxn modelId="{726FF072-A3CC-4A19-88C1-C040B5FEBA4A}" type="presParOf" srcId="{0081C65A-2458-4126-BCF7-DDCE078470A5}" destId="{271E32B1-21DE-40E6-809A-0F90E730D139}" srcOrd="0" destOrd="0" presId="urn:microsoft.com/office/officeart/2018/2/layout/IconVerticalSolidList"/>
    <dgm:cxn modelId="{7A190953-B983-4861-BC26-24A5E4C8D98B}" type="presParOf" srcId="{0081C65A-2458-4126-BCF7-DDCE078470A5}" destId="{37CF0C6A-4BF6-40C6-935F-FE82754DC1CB}" srcOrd="1" destOrd="0" presId="urn:microsoft.com/office/officeart/2018/2/layout/IconVerticalSolidList"/>
    <dgm:cxn modelId="{185F03C8-CD66-465D-8620-E9911AA5ADCC}" type="presParOf" srcId="{0081C65A-2458-4126-BCF7-DDCE078470A5}" destId="{B7DF2D94-2CD0-4B9F-9352-977A6CDFDE46}" srcOrd="2" destOrd="0" presId="urn:microsoft.com/office/officeart/2018/2/layout/IconVerticalSolidList"/>
    <dgm:cxn modelId="{B352EFF5-9D63-4DCC-8310-AE869C86B768}" type="presParOf" srcId="{0081C65A-2458-4126-BCF7-DDCE078470A5}" destId="{59814838-888B-4814-A868-705C3A20BB7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439410-8B0E-4E2B-B7DB-0A2208C838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52BB91D-95AC-49E0-9B10-2A68FEA9D80D}">
      <dgm:prSet/>
      <dgm:spPr/>
      <dgm:t>
        <a:bodyPr/>
        <a:lstStyle/>
        <a:p>
          <a:r>
            <a:rPr lang="en-US" b="0" i="0"/>
            <a:t>Demo 1: Get Ticket</a:t>
          </a:r>
          <a:endParaRPr lang="en-US"/>
        </a:p>
      </dgm:t>
    </dgm:pt>
    <dgm:pt modelId="{02E1FA34-08D1-49DB-955A-FF4A9FC42DFB}" type="parTrans" cxnId="{F31FB9A3-ED94-4239-BADA-876E677F4469}">
      <dgm:prSet/>
      <dgm:spPr/>
      <dgm:t>
        <a:bodyPr/>
        <a:lstStyle/>
        <a:p>
          <a:endParaRPr lang="en-US"/>
        </a:p>
      </dgm:t>
    </dgm:pt>
    <dgm:pt modelId="{BADEBA4C-9617-4EC9-A078-2B5D3062A282}" type="sibTrans" cxnId="{F31FB9A3-ED94-4239-BADA-876E677F4469}">
      <dgm:prSet/>
      <dgm:spPr/>
      <dgm:t>
        <a:bodyPr/>
        <a:lstStyle/>
        <a:p>
          <a:endParaRPr lang="en-US"/>
        </a:p>
      </dgm:t>
    </dgm:pt>
    <dgm:pt modelId="{BC7AD5FF-D861-45F2-BF8B-ADE7B5EC5B8E}">
      <dgm:prSet/>
      <dgm:spPr/>
      <dgm:t>
        <a:bodyPr/>
        <a:lstStyle/>
        <a:p>
          <a:r>
            <a:rPr lang="en-US" b="0" i="0"/>
            <a:t>Demo 2: Search Open Tickets</a:t>
          </a:r>
          <a:endParaRPr lang="en-US"/>
        </a:p>
      </dgm:t>
    </dgm:pt>
    <dgm:pt modelId="{E687B2B6-63B6-4BC4-93CD-F493F18D51F1}" type="parTrans" cxnId="{E5C5F4EE-1DBC-4847-A031-414392F356A7}">
      <dgm:prSet/>
      <dgm:spPr/>
      <dgm:t>
        <a:bodyPr/>
        <a:lstStyle/>
        <a:p>
          <a:endParaRPr lang="en-US"/>
        </a:p>
      </dgm:t>
    </dgm:pt>
    <dgm:pt modelId="{C0E085E4-0E26-4E69-967C-25B20240DDFE}" type="sibTrans" cxnId="{E5C5F4EE-1DBC-4847-A031-414392F356A7}">
      <dgm:prSet/>
      <dgm:spPr/>
      <dgm:t>
        <a:bodyPr/>
        <a:lstStyle/>
        <a:p>
          <a:endParaRPr lang="en-US"/>
        </a:p>
      </dgm:t>
    </dgm:pt>
    <dgm:pt modelId="{7F0F1564-3EED-4975-B10E-56D84CC1FC55}">
      <dgm:prSet/>
      <dgm:spPr/>
      <dgm:t>
        <a:bodyPr/>
        <a:lstStyle/>
        <a:p>
          <a:r>
            <a:rPr lang="en-US" b="0" i="0"/>
            <a:t>Demo 3: Update Status</a:t>
          </a:r>
          <a:endParaRPr lang="en-US"/>
        </a:p>
      </dgm:t>
    </dgm:pt>
    <dgm:pt modelId="{36C635C2-BA52-469E-B815-FAA3FE4CF788}" type="parTrans" cxnId="{2AB98634-C43B-4677-937C-AA30422EB5EE}">
      <dgm:prSet/>
      <dgm:spPr/>
      <dgm:t>
        <a:bodyPr/>
        <a:lstStyle/>
        <a:p>
          <a:endParaRPr lang="en-US"/>
        </a:p>
      </dgm:t>
    </dgm:pt>
    <dgm:pt modelId="{1AFB17F1-4C65-422C-8BB9-8A206C553AB2}" type="sibTrans" cxnId="{2AB98634-C43B-4677-937C-AA30422EB5EE}">
      <dgm:prSet/>
      <dgm:spPr/>
      <dgm:t>
        <a:bodyPr/>
        <a:lstStyle/>
        <a:p>
          <a:endParaRPr lang="en-US"/>
        </a:p>
      </dgm:t>
    </dgm:pt>
    <dgm:pt modelId="{C95B1A34-8BD5-4DF7-8193-4BE598FDFCFB}">
      <dgm:prSet/>
      <dgm:spPr/>
      <dgm:t>
        <a:bodyPr/>
        <a:lstStyle/>
        <a:p>
          <a:r>
            <a:rPr lang="en-US" b="0" i="0"/>
            <a:t>Demo 4: Read Refund Policy</a:t>
          </a:r>
          <a:endParaRPr lang="en-US"/>
        </a:p>
      </dgm:t>
    </dgm:pt>
    <dgm:pt modelId="{D03C9874-3A0B-489E-928A-21A7BEB3A660}" type="parTrans" cxnId="{981FA2AA-5B47-4189-B6E1-A7466017348B}">
      <dgm:prSet/>
      <dgm:spPr/>
      <dgm:t>
        <a:bodyPr/>
        <a:lstStyle/>
        <a:p>
          <a:endParaRPr lang="en-US"/>
        </a:p>
      </dgm:t>
    </dgm:pt>
    <dgm:pt modelId="{CDAE5DC4-A759-4A2F-9301-82D3B96F4555}" type="sibTrans" cxnId="{981FA2AA-5B47-4189-B6E1-A7466017348B}">
      <dgm:prSet/>
      <dgm:spPr/>
      <dgm:t>
        <a:bodyPr/>
        <a:lstStyle/>
        <a:p>
          <a:endParaRPr lang="en-US"/>
        </a:p>
      </dgm:t>
    </dgm:pt>
    <dgm:pt modelId="{2C29198B-D35F-48EC-ADF5-D4BD47C415B9}" type="pres">
      <dgm:prSet presAssocID="{4A439410-8B0E-4E2B-B7DB-0A2208C83888}" presName="root" presStyleCnt="0">
        <dgm:presLayoutVars>
          <dgm:dir/>
          <dgm:resizeHandles val="exact"/>
        </dgm:presLayoutVars>
      </dgm:prSet>
      <dgm:spPr/>
    </dgm:pt>
    <dgm:pt modelId="{C4E7CF0C-2C2F-4A6F-8A6D-D25831492274}" type="pres">
      <dgm:prSet presAssocID="{852BB91D-95AC-49E0-9B10-2A68FEA9D80D}" presName="compNode" presStyleCnt="0"/>
      <dgm:spPr/>
    </dgm:pt>
    <dgm:pt modelId="{BED940A8-2E23-46BF-B713-B5A2CF56A4C3}" type="pres">
      <dgm:prSet presAssocID="{852BB91D-95AC-49E0-9B10-2A68FEA9D80D}" presName="bgRect" presStyleLbl="bgShp" presStyleIdx="0" presStyleCnt="4"/>
      <dgm:spPr/>
    </dgm:pt>
    <dgm:pt modelId="{43373DF0-2C38-43C3-9CBD-9D7689F2D6B7}" type="pres">
      <dgm:prSet presAssocID="{852BB91D-95AC-49E0-9B10-2A68FEA9D80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929AC333-8396-44DC-AF4C-36F3BF366233}" type="pres">
      <dgm:prSet presAssocID="{852BB91D-95AC-49E0-9B10-2A68FEA9D80D}" presName="spaceRect" presStyleCnt="0"/>
      <dgm:spPr/>
    </dgm:pt>
    <dgm:pt modelId="{54567785-A60B-4697-A83F-163C0B2B8355}" type="pres">
      <dgm:prSet presAssocID="{852BB91D-95AC-49E0-9B10-2A68FEA9D80D}" presName="parTx" presStyleLbl="revTx" presStyleIdx="0" presStyleCnt="4">
        <dgm:presLayoutVars>
          <dgm:chMax val="0"/>
          <dgm:chPref val="0"/>
        </dgm:presLayoutVars>
      </dgm:prSet>
      <dgm:spPr/>
    </dgm:pt>
    <dgm:pt modelId="{EDB7FFCA-C53A-45D2-B984-1BB7F58D3F6A}" type="pres">
      <dgm:prSet presAssocID="{BADEBA4C-9617-4EC9-A078-2B5D3062A282}" presName="sibTrans" presStyleCnt="0"/>
      <dgm:spPr/>
    </dgm:pt>
    <dgm:pt modelId="{3C0352A3-CF2A-4A6C-98CC-C38E2003D368}" type="pres">
      <dgm:prSet presAssocID="{BC7AD5FF-D861-45F2-BF8B-ADE7B5EC5B8E}" presName="compNode" presStyleCnt="0"/>
      <dgm:spPr/>
    </dgm:pt>
    <dgm:pt modelId="{0F13EDD2-4AFB-4F16-8F1C-78FCBAE82367}" type="pres">
      <dgm:prSet presAssocID="{BC7AD5FF-D861-45F2-BF8B-ADE7B5EC5B8E}" presName="bgRect" presStyleLbl="bgShp" presStyleIdx="1" presStyleCnt="4"/>
      <dgm:spPr/>
    </dgm:pt>
    <dgm:pt modelId="{C0E726A5-B14E-42C7-8918-C3B39919CE02}" type="pres">
      <dgm:prSet presAssocID="{BC7AD5FF-D861-45F2-BF8B-ADE7B5EC5B8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85AF9618-2B83-4BE5-91B4-DCBA856666C5}" type="pres">
      <dgm:prSet presAssocID="{BC7AD5FF-D861-45F2-BF8B-ADE7B5EC5B8E}" presName="spaceRect" presStyleCnt="0"/>
      <dgm:spPr/>
    </dgm:pt>
    <dgm:pt modelId="{2662FB70-2992-419D-8368-978D005D2FFC}" type="pres">
      <dgm:prSet presAssocID="{BC7AD5FF-D861-45F2-BF8B-ADE7B5EC5B8E}" presName="parTx" presStyleLbl="revTx" presStyleIdx="1" presStyleCnt="4">
        <dgm:presLayoutVars>
          <dgm:chMax val="0"/>
          <dgm:chPref val="0"/>
        </dgm:presLayoutVars>
      </dgm:prSet>
      <dgm:spPr/>
    </dgm:pt>
    <dgm:pt modelId="{82E02448-81C7-4186-AED3-982236491071}" type="pres">
      <dgm:prSet presAssocID="{C0E085E4-0E26-4E69-967C-25B20240DDFE}" presName="sibTrans" presStyleCnt="0"/>
      <dgm:spPr/>
    </dgm:pt>
    <dgm:pt modelId="{F9D7DE7A-D59C-4893-B967-5AAB605B0030}" type="pres">
      <dgm:prSet presAssocID="{7F0F1564-3EED-4975-B10E-56D84CC1FC55}" presName="compNode" presStyleCnt="0"/>
      <dgm:spPr/>
    </dgm:pt>
    <dgm:pt modelId="{097A50CB-5E0C-4EF1-86BC-0D65FFFD4923}" type="pres">
      <dgm:prSet presAssocID="{7F0F1564-3EED-4975-B10E-56D84CC1FC55}" presName="bgRect" presStyleLbl="bgShp" presStyleIdx="2" presStyleCnt="4"/>
      <dgm:spPr/>
    </dgm:pt>
    <dgm:pt modelId="{B51DBBFE-F5FF-490C-8D39-A1BEE5635723}" type="pres">
      <dgm:prSet presAssocID="{7F0F1564-3EED-4975-B10E-56D84CC1FC5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435B3CB-855A-45F0-86CA-D86BE242710C}" type="pres">
      <dgm:prSet presAssocID="{7F0F1564-3EED-4975-B10E-56D84CC1FC55}" presName="spaceRect" presStyleCnt="0"/>
      <dgm:spPr/>
    </dgm:pt>
    <dgm:pt modelId="{2EF86DCD-0937-47DE-9239-89E40B8E9A5B}" type="pres">
      <dgm:prSet presAssocID="{7F0F1564-3EED-4975-B10E-56D84CC1FC55}" presName="parTx" presStyleLbl="revTx" presStyleIdx="2" presStyleCnt="4">
        <dgm:presLayoutVars>
          <dgm:chMax val="0"/>
          <dgm:chPref val="0"/>
        </dgm:presLayoutVars>
      </dgm:prSet>
      <dgm:spPr/>
    </dgm:pt>
    <dgm:pt modelId="{21AA63FD-E0FA-4E2C-BD52-6E18B0A77CEF}" type="pres">
      <dgm:prSet presAssocID="{1AFB17F1-4C65-422C-8BB9-8A206C553AB2}" presName="sibTrans" presStyleCnt="0"/>
      <dgm:spPr/>
    </dgm:pt>
    <dgm:pt modelId="{9CAAC089-FD50-474B-B96D-B1390DC51679}" type="pres">
      <dgm:prSet presAssocID="{C95B1A34-8BD5-4DF7-8193-4BE598FDFCFB}" presName="compNode" presStyleCnt="0"/>
      <dgm:spPr/>
    </dgm:pt>
    <dgm:pt modelId="{A9E6CBC3-FD42-42B9-82A2-484D50AB5396}" type="pres">
      <dgm:prSet presAssocID="{C95B1A34-8BD5-4DF7-8193-4BE598FDFCFB}" presName="bgRect" presStyleLbl="bgShp" presStyleIdx="3" presStyleCnt="4"/>
      <dgm:spPr/>
    </dgm:pt>
    <dgm:pt modelId="{BD707A64-CE8E-47A8-BC52-E16D7E116C55}" type="pres">
      <dgm:prSet presAssocID="{C95B1A34-8BD5-4DF7-8193-4BE598FDFCF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E3F3073B-0F0F-4D72-AB75-F8C546CF505B}" type="pres">
      <dgm:prSet presAssocID="{C95B1A34-8BD5-4DF7-8193-4BE598FDFCFB}" presName="spaceRect" presStyleCnt="0"/>
      <dgm:spPr/>
    </dgm:pt>
    <dgm:pt modelId="{110EC448-C8A9-4121-B7E0-1E7A884EE8E5}" type="pres">
      <dgm:prSet presAssocID="{C95B1A34-8BD5-4DF7-8193-4BE598FDFCF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78B2E02-4402-4A68-B4C8-FB4F59BB5C82}" type="presOf" srcId="{4A439410-8B0E-4E2B-B7DB-0A2208C83888}" destId="{2C29198B-D35F-48EC-ADF5-D4BD47C415B9}" srcOrd="0" destOrd="0" presId="urn:microsoft.com/office/officeart/2018/2/layout/IconVerticalSolidList"/>
    <dgm:cxn modelId="{2AB98634-C43B-4677-937C-AA30422EB5EE}" srcId="{4A439410-8B0E-4E2B-B7DB-0A2208C83888}" destId="{7F0F1564-3EED-4975-B10E-56D84CC1FC55}" srcOrd="2" destOrd="0" parTransId="{36C635C2-BA52-469E-B815-FAA3FE4CF788}" sibTransId="{1AFB17F1-4C65-422C-8BB9-8A206C553AB2}"/>
    <dgm:cxn modelId="{7652326B-AEFF-4620-9131-F4F23BC46EEB}" type="presOf" srcId="{852BB91D-95AC-49E0-9B10-2A68FEA9D80D}" destId="{54567785-A60B-4697-A83F-163C0B2B8355}" srcOrd="0" destOrd="0" presId="urn:microsoft.com/office/officeart/2018/2/layout/IconVerticalSolidList"/>
    <dgm:cxn modelId="{70072972-3DB7-47EF-B472-0379C94225E0}" type="presOf" srcId="{C95B1A34-8BD5-4DF7-8193-4BE598FDFCFB}" destId="{110EC448-C8A9-4121-B7E0-1E7A884EE8E5}" srcOrd="0" destOrd="0" presId="urn:microsoft.com/office/officeart/2018/2/layout/IconVerticalSolidList"/>
    <dgm:cxn modelId="{68FE1E7C-F128-4395-9D75-D5A88C00E0EF}" type="presOf" srcId="{7F0F1564-3EED-4975-B10E-56D84CC1FC55}" destId="{2EF86DCD-0937-47DE-9239-89E40B8E9A5B}" srcOrd="0" destOrd="0" presId="urn:microsoft.com/office/officeart/2018/2/layout/IconVerticalSolidList"/>
    <dgm:cxn modelId="{F31FB9A3-ED94-4239-BADA-876E677F4469}" srcId="{4A439410-8B0E-4E2B-B7DB-0A2208C83888}" destId="{852BB91D-95AC-49E0-9B10-2A68FEA9D80D}" srcOrd="0" destOrd="0" parTransId="{02E1FA34-08D1-49DB-955A-FF4A9FC42DFB}" sibTransId="{BADEBA4C-9617-4EC9-A078-2B5D3062A282}"/>
    <dgm:cxn modelId="{981FA2AA-5B47-4189-B6E1-A7466017348B}" srcId="{4A439410-8B0E-4E2B-B7DB-0A2208C83888}" destId="{C95B1A34-8BD5-4DF7-8193-4BE598FDFCFB}" srcOrd="3" destOrd="0" parTransId="{D03C9874-3A0B-489E-928A-21A7BEB3A660}" sibTransId="{CDAE5DC4-A759-4A2F-9301-82D3B96F4555}"/>
    <dgm:cxn modelId="{59617BD2-C758-4356-AF61-3FC9F7E1739F}" type="presOf" srcId="{BC7AD5FF-D861-45F2-BF8B-ADE7B5EC5B8E}" destId="{2662FB70-2992-419D-8368-978D005D2FFC}" srcOrd="0" destOrd="0" presId="urn:microsoft.com/office/officeart/2018/2/layout/IconVerticalSolidList"/>
    <dgm:cxn modelId="{E5C5F4EE-1DBC-4847-A031-414392F356A7}" srcId="{4A439410-8B0E-4E2B-B7DB-0A2208C83888}" destId="{BC7AD5FF-D861-45F2-BF8B-ADE7B5EC5B8E}" srcOrd="1" destOrd="0" parTransId="{E687B2B6-63B6-4BC4-93CD-F493F18D51F1}" sibTransId="{C0E085E4-0E26-4E69-967C-25B20240DDFE}"/>
    <dgm:cxn modelId="{2318CA4B-047E-41E2-85AE-6A43F401A0D2}" type="presParOf" srcId="{2C29198B-D35F-48EC-ADF5-D4BD47C415B9}" destId="{C4E7CF0C-2C2F-4A6F-8A6D-D25831492274}" srcOrd="0" destOrd="0" presId="urn:microsoft.com/office/officeart/2018/2/layout/IconVerticalSolidList"/>
    <dgm:cxn modelId="{8E626456-62F7-4B60-A096-591F2A6A3ECE}" type="presParOf" srcId="{C4E7CF0C-2C2F-4A6F-8A6D-D25831492274}" destId="{BED940A8-2E23-46BF-B713-B5A2CF56A4C3}" srcOrd="0" destOrd="0" presId="urn:microsoft.com/office/officeart/2018/2/layout/IconVerticalSolidList"/>
    <dgm:cxn modelId="{2DC0D383-637A-41F5-A6CA-00141F374A40}" type="presParOf" srcId="{C4E7CF0C-2C2F-4A6F-8A6D-D25831492274}" destId="{43373DF0-2C38-43C3-9CBD-9D7689F2D6B7}" srcOrd="1" destOrd="0" presId="urn:microsoft.com/office/officeart/2018/2/layout/IconVerticalSolidList"/>
    <dgm:cxn modelId="{3BCF4331-47F3-4913-9DBC-63232A023D2F}" type="presParOf" srcId="{C4E7CF0C-2C2F-4A6F-8A6D-D25831492274}" destId="{929AC333-8396-44DC-AF4C-36F3BF366233}" srcOrd="2" destOrd="0" presId="urn:microsoft.com/office/officeart/2018/2/layout/IconVerticalSolidList"/>
    <dgm:cxn modelId="{168194DB-1380-4204-A2EE-7A5F78AFD1ED}" type="presParOf" srcId="{C4E7CF0C-2C2F-4A6F-8A6D-D25831492274}" destId="{54567785-A60B-4697-A83F-163C0B2B8355}" srcOrd="3" destOrd="0" presId="urn:microsoft.com/office/officeart/2018/2/layout/IconVerticalSolidList"/>
    <dgm:cxn modelId="{7F37A902-55D9-43D6-ACEC-1E3AA2A8E582}" type="presParOf" srcId="{2C29198B-D35F-48EC-ADF5-D4BD47C415B9}" destId="{EDB7FFCA-C53A-45D2-B984-1BB7F58D3F6A}" srcOrd="1" destOrd="0" presId="urn:microsoft.com/office/officeart/2018/2/layout/IconVerticalSolidList"/>
    <dgm:cxn modelId="{8A17A4D2-6274-49F1-BEC9-67CCEEA30D6C}" type="presParOf" srcId="{2C29198B-D35F-48EC-ADF5-D4BD47C415B9}" destId="{3C0352A3-CF2A-4A6C-98CC-C38E2003D368}" srcOrd="2" destOrd="0" presId="urn:microsoft.com/office/officeart/2018/2/layout/IconVerticalSolidList"/>
    <dgm:cxn modelId="{D8B43E6F-2098-444C-B2B3-9B326C87BCBC}" type="presParOf" srcId="{3C0352A3-CF2A-4A6C-98CC-C38E2003D368}" destId="{0F13EDD2-4AFB-4F16-8F1C-78FCBAE82367}" srcOrd="0" destOrd="0" presId="urn:microsoft.com/office/officeart/2018/2/layout/IconVerticalSolidList"/>
    <dgm:cxn modelId="{9B858084-FE5E-4204-B534-4BB7BB6709D5}" type="presParOf" srcId="{3C0352A3-CF2A-4A6C-98CC-C38E2003D368}" destId="{C0E726A5-B14E-42C7-8918-C3B39919CE02}" srcOrd="1" destOrd="0" presId="urn:microsoft.com/office/officeart/2018/2/layout/IconVerticalSolidList"/>
    <dgm:cxn modelId="{659FEBE1-7B70-4CCF-98CB-3927CD4C8BB2}" type="presParOf" srcId="{3C0352A3-CF2A-4A6C-98CC-C38E2003D368}" destId="{85AF9618-2B83-4BE5-91B4-DCBA856666C5}" srcOrd="2" destOrd="0" presId="urn:microsoft.com/office/officeart/2018/2/layout/IconVerticalSolidList"/>
    <dgm:cxn modelId="{9FE6D6D0-FF3A-4208-A1AF-BCF94C15838B}" type="presParOf" srcId="{3C0352A3-CF2A-4A6C-98CC-C38E2003D368}" destId="{2662FB70-2992-419D-8368-978D005D2FFC}" srcOrd="3" destOrd="0" presId="urn:microsoft.com/office/officeart/2018/2/layout/IconVerticalSolidList"/>
    <dgm:cxn modelId="{D0FA0001-17CF-4E0F-B76A-AA32E76D0092}" type="presParOf" srcId="{2C29198B-D35F-48EC-ADF5-D4BD47C415B9}" destId="{82E02448-81C7-4186-AED3-982236491071}" srcOrd="3" destOrd="0" presId="urn:microsoft.com/office/officeart/2018/2/layout/IconVerticalSolidList"/>
    <dgm:cxn modelId="{5B79ABE3-6A86-4BF0-BEFB-17D50824B202}" type="presParOf" srcId="{2C29198B-D35F-48EC-ADF5-D4BD47C415B9}" destId="{F9D7DE7A-D59C-4893-B967-5AAB605B0030}" srcOrd="4" destOrd="0" presId="urn:microsoft.com/office/officeart/2018/2/layout/IconVerticalSolidList"/>
    <dgm:cxn modelId="{90AB420D-D0E9-4AE9-BF2E-54B10229CC35}" type="presParOf" srcId="{F9D7DE7A-D59C-4893-B967-5AAB605B0030}" destId="{097A50CB-5E0C-4EF1-86BC-0D65FFFD4923}" srcOrd="0" destOrd="0" presId="urn:microsoft.com/office/officeart/2018/2/layout/IconVerticalSolidList"/>
    <dgm:cxn modelId="{B65207CE-1B9D-4672-A094-637C1DB0CAD3}" type="presParOf" srcId="{F9D7DE7A-D59C-4893-B967-5AAB605B0030}" destId="{B51DBBFE-F5FF-490C-8D39-A1BEE5635723}" srcOrd="1" destOrd="0" presId="urn:microsoft.com/office/officeart/2018/2/layout/IconVerticalSolidList"/>
    <dgm:cxn modelId="{A8E17D3D-CE17-438A-91CB-E347032831AC}" type="presParOf" srcId="{F9D7DE7A-D59C-4893-B967-5AAB605B0030}" destId="{0435B3CB-855A-45F0-86CA-D86BE242710C}" srcOrd="2" destOrd="0" presId="urn:microsoft.com/office/officeart/2018/2/layout/IconVerticalSolidList"/>
    <dgm:cxn modelId="{F39C863D-77F1-49F6-A364-9242A300F990}" type="presParOf" srcId="{F9D7DE7A-D59C-4893-B967-5AAB605B0030}" destId="{2EF86DCD-0937-47DE-9239-89E40B8E9A5B}" srcOrd="3" destOrd="0" presId="urn:microsoft.com/office/officeart/2018/2/layout/IconVerticalSolidList"/>
    <dgm:cxn modelId="{7932C5C8-ECBC-4C97-9B7C-AA480B38F319}" type="presParOf" srcId="{2C29198B-D35F-48EC-ADF5-D4BD47C415B9}" destId="{21AA63FD-E0FA-4E2C-BD52-6E18B0A77CEF}" srcOrd="5" destOrd="0" presId="urn:microsoft.com/office/officeart/2018/2/layout/IconVerticalSolidList"/>
    <dgm:cxn modelId="{26DFB5B7-54F9-4696-A23E-93E9585752F0}" type="presParOf" srcId="{2C29198B-D35F-48EC-ADF5-D4BD47C415B9}" destId="{9CAAC089-FD50-474B-B96D-B1390DC51679}" srcOrd="6" destOrd="0" presId="urn:microsoft.com/office/officeart/2018/2/layout/IconVerticalSolidList"/>
    <dgm:cxn modelId="{362D142A-DF53-4F74-BF93-9E58EFC92E06}" type="presParOf" srcId="{9CAAC089-FD50-474B-B96D-B1390DC51679}" destId="{A9E6CBC3-FD42-42B9-82A2-484D50AB5396}" srcOrd="0" destOrd="0" presId="urn:microsoft.com/office/officeart/2018/2/layout/IconVerticalSolidList"/>
    <dgm:cxn modelId="{45E31DB8-3129-413D-B7B0-01F73DFFBE88}" type="presParOf" srcId="{9CAAC089-FD50-474B-B96D-B1390DC51679}" destId="{BD707A64-CE8E-47A8-BC52-E16D7E116C55}" srcOrd="1" destOrd="0" presId="urn:microsoft.com/office/officeart/2018/2/layout/IconVerticalSolidList"/>
    <dgm:cxn modelId="{C4841D85-08C4-4257-B931-B010FC0D9B31}" type="presParOf" srcId="{9CAAC089-FD50-474B-B96D-B1390DC51679}" destId="{E3F3073B-0F0F-4D72-AB75-F8C546CF505B}" srcOrd="2" destOrd="0" presId="urn:microsoft.com/office/officeart/2018/2/layout/IconVerticalSolidList"/>
    <dgm:cxn modelId="{6BB781FA-0238-43FF-92FA-3AC59C77D2A7}" type="presParOf" srcId="{9CAAC089-FD50-474B-B96D-B1390DC51679}" destId="{110EC448-C8A9-4121-B7E0-1E7A884EE8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72064-385B-4DE3-836C-7A85444F017E}">
      <dsp:nvSpPr>
        <dsp:cNvPr id="0" name=""/>
        <dsp:cNvSpPr/>
      </dsp:nvSpPr>
      <dsp:spPr>
        <a:xfrm>
          <a:off x="0" y="0"/>
          <a:ext cx="4793456" cy="149868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49D32-8609-454F-B226-A2094578B287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B8C03-1623-4B6B-92C0-AC9001A66E1B}">
      <dsp:nvSpPr>
        <dsp:cNvPr id="0" name=""/>
        <dsp:cNvSpPr/>
      </dsp:nvSpPr>
      <dsp:spPr>
        <a:xfrm>
          <a:off x="1730984" y="640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 err="1">
              <a:solidFill>
                <a:schemeClr val="tx1"/>
              </a:solidFill>
            </a:rPr>
            <a:t>Coderift</a:t>
          </a:r>
          <a:r>
            <a:rPr lang="en-US" sz="1600" b="0" i="0" kern="1200" dirty="0">
              <a:solidFill>
                <a:schemeClr val="tx1"/>
              </a:solidFill>
            </a:rPr>
            <a:t> receives thousands of support tickets.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1730984" y="640"/>
        <a:ext cx="3062471" cy="1498687"/>
      </dsp:txXfrm>
    </dsp:sp>
    <dsp:sp modelId="{B2A2CE45-9162-45C7-A31D-570857E738A4}">
      <dsp:nvSpPr>
        <dsp:cNvPr id="0" name=""/>
        <dsp:cNvSpPr/>
      </dsp:nvSpPr>
      <dsp:spPr>
        <a:xfrm>
          <a:off x="0" y="1873999"/>
          <a:ext cx="4793456" cy="149868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A054EE-D93A-4F85-BABE-192376F66855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C1E40-21A2-4967-B72A-647A71FCCD29}">
      <dsp:nvSpPr>
        <dsp:cNvPr id="0" name=""/>
        <dsp:cNvSpPr/>
      </dsp:nvSpPr>
      <dsp:spPr>
        <a:xfrm>
          <a:off x="1730984" y="187399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tx1"/>
              </a:solidFill>
            </a:rPr>
            <a:t>Support engineers spend time searching tickets, updating status, assigning teams, and reading policies.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1730984" y="1873999"/>
        <a:ext cx="3062471" cy="1498687"/>
      </dsp:txXfrm>
    </dsp:sp>
    <dsp:sp modelId="{62301060-12D2-4E69-8734-4D42127E2432}">
      <dsp:nvSpPr>
        <dsp:cNvPr id="0" name=""/>
        <dsp:cNvSpPr/>
      </dsp:nvSpPr>
      <dsp:spPr>
        <a:xfrm>
          <a:off x="0" y="3747359"/>
          <a:ext cx="4793456" cy="149868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1E8FAE-4EB4-46FE-8F42-5A3D980E1F4A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C04E8E-F413-49DD-AE6A-C25E23AA19F2}">
      <dsp:nvSpPr>
        <dsp:cNvPr id="0" name=""/>
        <dsp:cNvSpPr/>
      </dsp:nvSpPr>
      <dsp:spPr>
        <a:xfrm>
          <a:off x="1730984" y="374735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tx1"/>
              </a:solidFill>
            </a:rPr>
            <a:t>The goal is to build a secure AI assistant.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1730984" y="3747359"/>
        <a:ext cx="3062471" cy="14986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FEAE90-4161-43BB-A59A-33EFD5362830}">
      <dsp:nvSpPr>
        <dsp:cNvPr id="0" name=""/>
        <dsp:cNvSpPr/>
      </dsp:nvSpPr>
      <dsp:spPr>
        <a:xfrm>
          <a:off x="0" y="4098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9CEFFB-0127-46D5-A0BE-5E69AC295705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249668-8A2E-4ADB-8610-4C4FA4067029}">
      <dsp:nvSpPr>
        <dsp:cNvPr id="0" name=""/>
        <dsp:cNvSpPr/>
      </dsp:nvSpPr>
      <dsp:spPr>
        <a:xfrm>
          <a:off x="1008409" y="4098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• Thousands of tickets</a:t>
          </a:r>
          <a:endParaRPr lang="en-US" sz="1900" kern="1200"/>
        </a:p>
      </dsp:txBody>
      <dsp:txXfrm>
        <a:off x="1008409" y="4098"/>
        <a:ext cx="3785046" cy="873081"/>
      </dsp:txXfrm>
    </dsp:sp>
    <dsp:sp modelId="{CA4FAEA5-AECC-4EB3-931E-50785EE219D7}">
      <dsp:nvSpPr>
        <dsp:cNvPr id="0" name=""/>
        <dsp:cNvSpPr/>
      </dsp:nvSpPr>
      <dsp:spPr>
        <a:xfrm>
          <a:off x="0" y="1095450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FDBA4C-0A9C-4767-8B4B-78A985C00FC3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926F9-84FD-4478-807F-9A614B050A97}">
      <dsp:nvSpPr>
        <dsp:cNvPr id="0" name=""/>
        <dsp:cNvSpPr/>
      </dsp:nvSpPr>
      <dsp:spPr>
        <a:xfrm>
          <a:off x="1008409" y="1095450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• Slow manual search</a:t>
          </a:r>
          <a:endParaRPr lang="en-US" sz="1900" kern="1200"/>
        </a:p>
      </dsp:txBody>
      <dsp:txXfrm>
        <a:off x="1008409" y="1095450"/>
        <a:ext cx="3785046" cy="873081"/>
      </dsp:txXfrm>
    </dsp:sp>
    <dsp:sp modelId="{706086FF-0C08-4D17-95FF-381789B9DF88}">
      <dsp:nvSpPr>
        <dsp:cNvPr id="0" name=""/>
        <dsp:cNvSpPr/>
      </dsp:nvSpPr>
      <dsp:spPr>
        <a:xfrm>
          <a:off x="0" y="2186802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6AF98-1105-44F9-950B-2D1654C7F12C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81AE3-AB27-4D4B-A7BF-3BE117BB5C09}">
      <dsp:nvSpPr>
        <dsp:cNvPr id="0" name=""/>
        <dsp:cNvSpPr/>
      </dsp:nvSpPr>
      <dsp:spPr>
        <a:xfrm>
          <a:off x="1008409" y="2186802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• Manual status updates</a:t>
          </a:r>
          <a:endParaRPr lang="en-US" sz="1900" kern="1200"/>
        </a:p>
      </dsp:txBody>
      <dsp:txXfrm>
        <a:off x="1008409" y="2186802"/>
        <a:ext cx="3785046" cy="873081"/>
      </dsp:txXfrm>
    </dsp:sp>
    <dsp:sp modelId="{CA5D5A52-EA48-4FA0-9547-CDF4BF1936A9}">
      <dsp:nvSpPr>
        <dsp:cNvPr id="0" name=""/>
        <dsp:cNvSpPr/>
      </dsp:nvSpPr>
      <dsp:spPr>
        <a:xfrm>
          <a:off x="0" y="3278154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45A42B-82F9-480F-AB18-BC1B1C336A82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BF0F3-55A1-4C21-8FF3-1B71C45AB9C0}">
      <dsp:nvSpPr>
        <dsp:cNvPr id="0" name=""/>
        <dsp:cNvSpPr/>
      </dsp:nvSpPr>
      <dsp:spPr>
        <a:xfrm>
          <a:off x="1008409" y="3278154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• Policies stored separately</a:t>
          </a:r>
          <a:endParaRPr lang="en-US" sz="1900" kern="1200"/>
        </a:p>
      </dsp:txBody>
      <dsp:txXfrm>
        <a:off x="1008409" y="3278154"/>
        <a:ext cx="3785046" cy="873081"/>
      </dsp:txXfrm>
    </dsp:sp>
    <dsp:sp modelId="{271E32B1-21DE-40E6-809A-0F90E730D139}">
      <dsp:nvSpPr>
        <dsp:cNvPr id="0" name=""/>
        <dsp:cNvSpPr/>
      </dsp:nvSpPr>
      <dsp:spPr>
        <a:xfrm>
          <a:off x="0" y="4369506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F0C6A-4BF6-40C6-935F-FE82754DC1CB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814838-888B-4814-A868-705C3A20BB72}">
      <dsp:nvSpPr>
        <dsp:cNvPr id="0" name=""/>
        <dsp:cNvSpPr/>
      </dsp:nvSpPr>
      <dsp:spPr>
        <a:xfrm>
          <a:off x="1008409" y="4369506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• Direct AI database access is insecure</a:t>
          </a:r>
          <a:endParaRPr lang="en-US" sz="1900" kern="1200"/>
        </a:p>
      </dsp:txBody>
      <dsp:txXfrm>
        <a:off x="1008409" y="4369506"/>
        <a:ext cx="3785046" cy="8730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D940A8-2E23-46BF-B713-B5A2CF56A4C3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373DF0-2C38-43C3-9CBD-9D7689F2D6B7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67785-A60B-4697-A83F-163C0B2B8355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Demo 1: Get Ticket</a:t>
          </a:r>
          <a:endParaRPr lang="en-US" sz="2200" kern="1200"/>
        </a:p>
      </dsp:txBody>
      <dsp:txXfrm>
        <a:off x="1274714" y="2177"/>
        <a:ext cx="3518741" cy="1103648"/>
      </dsp:txXfrm>
    </dsp:sp>
    <dsp:sp modelId="{0F13EDD2-4AFB-4F16-8F1C-78FCBAE82367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E726A5-B14E-42C7-8918-C3B39919CE02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2FB70-2992-419D-8368-978D005D2FFC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Demo 2: Search Open Tickets</a:t>
          </a:r>
          <a:endParaRPr lang="en-US" sz="2200" kern="1200"/>
        </a:p>
      </dsp:txBody>
      <dsp:txXfrm>
        <a:off x="1274714" y="1381738"/>
        <a:ext cx="3518741" cy="1103648"/>
      </dsp:txXfrm>
    </dsp:sp>
    <dsp:sp modelId="{097A50CB-5E0C-4EF1-86BC-0D65FFFD4923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1DBBFE-F5FF-490C-8D39-A1BEE5635723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86DCD-0937-47DE-9239-89E40B8E9A5B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Demo 3: Update Status</a:t>
          </a:r>
          <a:endParaRPr lang="en-US" sz="2200" kern="1200"/>
        </a:p>
      </dsp:txBody>
      <dsp:txXfrm>
        <a:off x="1274714" y="2761299"/>
        <a:ext cx="3518741" cy="1103648"/>
      </dsp:txXfrm>
    </dsp:sp>
    <dsp:sp modelId="{A9E6CBC3-FD42-42B9-82A2-484D50AB5396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707A64-CE8E-47A8-BC52-E16D7E116C55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0EC448-C8A9-4121-B7E0-1E7A884EE8E5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Demo 4: Read Refund Policy</a:t>
          </a:r>
          <a:endParaRPr lang="en-US" sz="2200" kern="1200"/>
        </a:p>
      </dsp:txBody>
      <dsp:txXfrm>
        <a:off x="1274714" y="4140860"/>
        <a:ext cx="3518741" cy="1103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22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4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1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36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76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61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50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54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3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60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32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06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89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64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12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5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Coderif</a:t>
            </a:r>
            <a:r>
              <a:rPr lang="en-US" dirty="0" err="1"/>
              <a:t>t</a:t>
            </a:r>
            <a:r>
              <a:rPr dirty="0"/>
              <a:t> Support MCP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Presented by: </a:t>
            </a:r>
            <a:r>
              <a:rPr lang="en-US" dirty="0"/>
              <a:t>Abdallah Fathi</a:t>
            </a:r>
            <a:endParaRPr dirty="0"/>
          </a:p>
          <a:p>
            <a:r>
              <a:rPr dirty="0"/>
              <a:t>Faculty of Computer and Data Science</a:t>
            </a:r>
          </a:p>
          <a:p>
            <a:r>
              <a:rPr dirty="0"/>
              <a:t>Alexandria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726" y="1081822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A6D406-F244-6F91-4418-D87E2D2F38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4134850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tx1"/>
                </a:solidFill>
              </a:rPr>
              <a:t>Problem</a:t>
            </a:r>
            <a:r>
              <a:rPr lang="en-US" sz="3000" dirty="0">
                <a:solidFill>
                  <a:srgbClr val="EBEBEB"/>
                </a:solidFill>
              </a:rPr>
              <a:t> </a:t>
            </a:r>
            <a:r>
              <a:rPr lang="en-US" sz="3000" dirty="0">
                <a:solidFill>
                  <a:schemeClr val="tx1"/>
                </a:solidFill>
              </a:rPr>
              <a:t>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40D661-211B-4B97-E4D1-E46F2D5FC8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509727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2378" y="838200"/>
            <a:ext cx="6619244" cy="977902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EBEBEB"/>
                </a:solidFill>
              </a:rPr>
              <a:t>Why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378" y="2757942"/>
            <a:ext cx="6619244" cy="3261857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en-US" sz="1700" dirty="0">
                <a:solidFill>
                  <a:schemeClr val="tx1"/>
                </a:solidFill>
              </a:rPr>
              <a:t>Traditional:</a:t>
            </a:r>
          </a:p>
          <a:p>
            <a:pPr marL="0" indent="0">
              <a:buNone/>
              <a:defRPr sz="2400"/>
            </a:pPr>
            <a:r>
              <a:rPr lang="en-US" sz="1700" dirty="0">
                <a:solidFill>
                  <a:schemeClr val="tx1"/>
                </a:solidFill>
              </a:rPr>
              <a:t>User → AI → Database</a:t>
            </a:r>
          </a:p>
          <a:p>
            <a:pPr>
              <a:defRPr sz="2400"/>
            </a:pPr>
            <a:endParaRPr lang="en-US" sz="1700" dirty="0">
              <a:solidFill>
                <a:schemeClr val="tx1"/>
              </a:solidFill>
            </a:endParaRPr>
          </a:p>
          <a:p>
            <a:pPr>
              <a:defRPr sz="2400"/>
            </a:pPr>
            <a:r>
              <a:rPr lang="en-US" sz="1700" dirty="0">
                <a:solidFill>
                  <a:schemeClr val="tx1"/>
                </a:solidFill>
              </a:rPr>
              <a:t>New:</a:t>
            </a:r>
          </a:p>
          <a:p>
            <a:pPr marL="0" indent="0">
              <a:buNone/>
              <a:defRPr sz="2400"/>
            </a:pPr>
            <a:r>
              <a:rPr lang="en-US" sz="1700" dirty="0">
                <a:solidFill>
                  <a:schemeClr val="tx1"/>
                </a:solidFill>
              </a:rPr>
              <a:t>User → AI Agent → MCP Client → MCP Server → Database</a:t>
            </a:r>
          </a:p>
          <a:p>
            <a:pPr>
              <a:defRPr sz="2400"/>
            </a:pPr>
            <a:endParaRPr lang="en-US" sz="1700" dirty="0">
              <a:solidFill>
                <a:schemeClr val="tx1"/>
              </a:solidFill>
            </a:endParaRPr>
          </a:p>
          <a:p>
            <a:pPr>
              <a:defRPr sz="2400"/>
            </a:pPr>
            <a:r>
              <a:rPr lang="en-US" sz="1700" dirty="0">
                <a:solidFill>
                  <a:schemeClr val="tx1"/>
                </a:solidFill>
              </a:rPr>
              <a:t>The AI never accesses the database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2378" y="838200"/>
            <a:ext cx="6619244" cy="977902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EBEBEB"/>
                </a:solidFill>
              </a:rP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430" y="2819393"/>
            <a:ext cx="6619244" cy="32618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400"/>
            </a:pPr>
            <a:r>
              <a:rPr lang="en-US" sz="1700" dirty="0">
                <a:solidFill>
                  <a:schemeClr val="tx1"/>
                </a:solidFill>
              </a:rPr>
              <a:t>Tables:</a:t>
            </a:r>
          </a:p>
          <a:p>
            <a:pPr marL="0" indent="0">
              <a:lnSpc>
                <a:spcPct val="90000"/>
              </a:lnSpc>
              <a:buNone/>
              <a:defRPr sz="2400"/>
            </a:pPr>
            <a:r>
              <a:rPr lang="en-US" sz="1700" dirty="0">
                <a:solidFill>
                  <a:schemeClr val="tx1"/>
                </a:solidFill>
              </a:rPr>
              <a:t> Teams</a:t>
            </a:r>
          </a:p>
          <a:p>
            <a:pPr marL="0" indent="0">
              <a:lnSpc>
                <a:spcPct val="90000"/>
              </a:lnSpc>
              <a:buNone/>
              <a:defRPr sz="2400"/>
            </a:pPr>
            <a:r>
              <a:rPr lang="en-US" sz="1700" dirty="0">
                <a:solidFill>
                  <a:schemeClr val="tx1"/>
                </a:solidFill>
              </a:rPr>
              <a:t>Tickets</a:t>
            </a:r>
          </a:p>
          <a:p>
            <a:pPr>
              <a:lnSpc>
                <a:spcPct val="90000"/>
              </a:lnSpc>
              <a:defRPr sz="2400"/>
            </a:pPr>
            <a:endParaRPr lang="en-US" sz="17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defRPr sz="2400"/>
            </a:pPr>
            <a:r>
              <a:rPr lang="en-US" sz="1700" dirty="0">
                <a:solidFill>
                  <a:schemeClr val="tx1"/>
                </a:solidFill>
              </a:rPr>
              <a:t>Relationship:</a:t>
            </a:r>
          </a:p>
          <a:p>
            <a:pPr marL="0" indent="0">
              <a:lnSpc>
                <a:spcPct val="90000"/>
              </a:lnSpc>
              <a:buNone/>
              <a:defRPr sz="2400"/>
            </a:pPr>
            <a:r>
              <a:rPr lang="en-US" sz="1700" dirty="0">
                <a:solidFill>
                  <a:schemeClr val="tx1"/>
                </a:solidFill>
              </a:rPr>
              <a:t>One Team → Many Tickets</a:t>
            </a:r>
          </a:p>
          <a:p>
            <a:pPr>
              <a:lnSpc>
                <a:spcPct val="90000"/>
              </a:lnSpc>
              <a:defRPr sz="2400"/>
            </a:pPr>
            <a:endParaRPr lang="en-US" sz="17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defRPr sz="2400"/>
            </a:pPr>
            <a:r>
              <a:rPr lang="en-US" sz="1700" dirty="0">
                <a:solidFill>
                  <a:schemeClr val="tx1"/>
                </a:solidFill>
              </a:rPr>
              <a:t>Ticket fields:</a:t>
            </a:r>
          </a:p>
          <a:p>
            <a:pPr marL="0" indent="0">
              <a:lnSpc>
                <a:spcPct val="90000"/>
              </a:lnSpc>
              <a:buNone/>
              <a:defRPr sz="2400"/>
            </a:pPr>
            <a:r>
              <a:rPr lang="en-US" sz="1700" dirty="0">
                <a:solidFill>
                  <a:schemeClr val="tx1"/>
                </a:solidFill>
              </a:rPr>
              <a:t>Customer, Issue, Category, Status, Priority, Team</a:t>
            </a:r>
          </a:p>
          <a:p>
            <a:pPr marL="0" indent="0">
              <a:lnSpc>
                <a:spcPct val="90000"/>
              </a:lnSpc>
              <a:buNone/>
              <a:defRPr sz="2400"/>
            </a:pPr>
            <a:endParaRPr lang="en-US" sz="1700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  <a:defRPr sz="2400"/>
            </a:pPr>
            <a:endParaRPr lang="en-US" sz="170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400"/>
            </a:pPr>
            <a:endParaRPr lang="en-US" dirty="0"/>
          </a:p>
          <a:p>
            <a:pPr>
              <a:defRPr sz="2400"/>
            </a:pPr>
            <a:r>
              <a:rPr lang="en-US" dirty="0"/>
              <a:t>The AI uses tools instead of SQL.</a:t>
            </a:r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r>
              <a:rPr lang="en-US" dirty="0"/>
              <a:t>	Tools:</a:t>
            </a:r>
          </a:p>
          <a:p>
            <a:pPr>
              <a:defRPr sz="2400"/>
            </a:pPr>
            <a:r>
              <a:rPr dirty="0" err="1"/>
              <a:t>get_ticket</a:t>
            </a:r>
            <a:r>
              <a:rPr dirty="0"/>
              <a:t>(</a:t>
            </a:r>
            <a:r>
              <a:rPr dirty="0" err="1"/>
              <a:t>ticket_id</a:t>
            </a:r>
            <a:r>
              <a:rPr dirty="0"/>
              <a:t>)</a:t>
            </a:r>
          </a:p>
          <a:p>
            <a:pPr>
              <a:defRPr sz="2400"/>
            </a:pPr>
            <a:r>
              <a:rPr dirty="0" err="1"/>
              <a:t>search_open_tickets</a:t>
            </a:r>
            <a:r>
              <a:rPr dirty="0"/>
              <a:t>()</a:t>
            </a:r>
          </a:p>
          <a:p>
            <a:pPr>
              <a:defRPr sz="2400"/>
            </a:pPr>
            <a:r>
              <a:rPr dirty="0" err="1"/>
              <a:t>search_by_team</a:t>
            </a:r>
            <a:r>
              <a:rPr dirty="0"/>
              <a:t>(team)</a:t>
            </a:r>
          </a:p>
          <a:p>
            <a:pPr>
              <a:defRPr sz="2400"/>
            </a:pPr>
            <a:r>
              <a:rPr dirty="0" err="1"/>
              <a:t>update_ticket_status</a:t>
            </a:r>
            <a:r>
              <a:rPr dirty="0"/>
              <a:t>(</a:t>
            </a:r>
            <a:r>
              <a:rPr dirty="0" err="1"/>
              <a:t>ticket_id,status</a:t>
            </a:r>
            <a:r>
              <a:rPr dirty="0"/>
              <a:t>)</a:t>
            </a:r>
          </a:p>
          <a:p>
            <a:pPr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400"/>
            </a:pPr>
            <a:r>
              <a:rPr lang="en-US" dirty="0"/>
              <a:t>The assistant reads files instead of guessing.</a:t>
            </a:r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r>
              <a:rPr dirty="0"/>
              <a:t>Policy files:</a:t>
            </a:r>
          </a:p>
          <a:p>
            <a:pPr marL="0" indent="0">
              <a:buNone/>
              <a:defRPr sz="2400"/>
            </a:pPr>
            <a:r>
              <a:rPr dirty="0"/>
              <a:t>refund_policy.md</a:t>
            </a:r>
          </a:p>
          <a:p>
            <a:pPr marL="0" indent="0">
              <a:buNone/>
              <a:defRPr sz="2400"/>
            </a:pPr>
            <a:r>
              <a:rPr dirty="0"/>
              <a:t> password_reset.md</a:t>
            </a:r>
          </a:p>
          <a:p>
            <a:pPr marL="0" indent="0">
              <a:buNone/>
              <a:defRPr sz="2400"/>
            </a:pPr>
            <a:r>
              <a:rPr dirty="0"/>
              <a:t>bug_reporting.md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400"/>
            </a:pPr>
            <a:r>
              <a:rPr lang="en-US" sz="1700"/>
              <a:t>1. User asks</a:t>
            </a:r>
          </a:p>
          <a:p>
            <a:pPr marL="0" indent="0">
              <a:buNone/>
              <a:defRPr sz="2400"/>
            </a:pPr>
            <a:r>
              <a:rPr lang="en-US" sz="1700"/>
              <a:t>2. LLM understands request</a:t>
            </a:r>
          </a:p>
          <a:p>
            <a:pPr marL="0" indent="0">
              <a:buNone/>
              <a:defRPr sz="2400"/>
            </a:pPr>
            <a:r>
              <a:rPr lang="en-US" sz="1700"/>
              <a:t>3. Selects MCP Tool</a:t>
            </a:r>
          </a:p>
          <a:p>
            <a:pPr marL="0" indent="0">
              <a:buNone/>
              <a:defRPr sz="2400"/>
            </a:pPr>
            <a:r>
              <a:rPr lang="en-US" sz="1700"/>
              <a:t>4. MCP Server executes</a:t>
            </a:r>
          </a:p>
          <a:p>
            <a:pPr marL="0" indent="0">
              <a:buNone/>
              <a:defRPr sz="2400"/>
            </a:pPr>
            <a:r>
              <a:rPr lang="en-US" sz="1700"/>
              <a:t>5. Database returns data</a:t>
            </a:r>
          </a:p>
          <a:p>
            <a:pPr marL="0" indent="0">
              <a:buNone/>
              <a:defRPr sz="2400"/>
            </a:pPr>
            <a:r>
              <a:rPr lang="en-US" sz="1700"/>
              <a:t>6. LLM answers 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Security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400"/>
            </a:pPr>
            <a:r>
              <a:rPr lang="en-US" sz="1700"/>
              <a:t>• No direct database access</a:t>
            </a:r>
          </a:p>
          <a:p>
            <a:pPr marL="0" indent="0">
              <a:buNone/>
              <a:defRPr sz="2400"/>
            </a:pPr>
            <a:r>
              <a:rPr lang="en-US" sz="1700"/>
              <a:t>• Controlled permissions</a:t>
            </a:r>
          </a:p>
          <a:p>
            <a:pPr marL="0" indent="0">
              <a:buNone/>
              <a:defRPr sz="2400"/>
            </a:pPr>
            <a:r>
              <a:rPr lang="en-US" sz="1700"/>
              <a:t>• Easier auditing</a:t>
            </a:r>
          </a:p>
          <a:p>
            <a:pPr marL="0" indent="0">
              <a:buNone/>
              <a:defRPr sz="2400"/>
            </a:pPr>
            <a:r>
              <a:rPr lang="en-US" sz="1700"/>
              <a:t>• Safer architecture</a:t>
            </a:r>
          </a:p>
          <a:p>
            <a:pPr marL="0" indent="0">
              <a:buNone/>
              <a:defRPr sz="2400"/>
            </a:pPr>
            <a:r>
              <a:rPr lang="en-US" sz="1700"/>
              <a:t>• Easy to extend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Demo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97A41A-F895-C818-ADD1-AD17B4CBCC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4105607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The project demonstrates a secure AI assistant built with MCP.</a:t>
            </a:r>
          </a:p>
          <a:p>
            <a:pPr marL="0" indent="0">
              <a:buNone/>
              <a:defRPr sz="2400"/>
            </a:pPr>
            <a:r>
              <a:rPr dirty="0"/>
              <a:t>Future work:</a:t>
            </a:r>
            <a:endParaRPr lang="en-US" dirty="0"/>
          </a:p>
          <a:p>
            <a:pPr marL="0" indent="0">
              <a:buNone/>
              <a:defRPr sz="2400"/>
            </a:pPr>
            <a:r>
              <a:rPr lang="en-US" dirty="0"/>
              <a:t>• Notifications</a:t>
            </a:r>
          </a:p>
          <a:p>
            <a:pPr marL="0" indent="0">
              <a:buNone/>
              <a:defRPr sz="2400"/>
            </a:pPr>
            <a:r>
              <a:rPr dirty="0"/>
              <a:t>• Progress</a:t>
            </a:r>
          </a:p>
          <a:p>
            <a:pPr marL="0" indent="0">
              <a:buNone/>
              <a:defRPr sz="2400"/>
            </a:pPr>
            <a:r>
              <a:rPr dirty="0"/>
              <a:t>• Capability Negotiation</a:t>
            </a:r>
          </a:p>
          <a:p>
            <a:pPr marL="0" indent="0">
              <a:buNone/>
              <a:defRPr sz="2400"/>
            </a:pPr>
            <a:r>
              <a:rPr dirty="0"/>
              <a:t>• Defensive Tool Design</a:t>
            </a:r>
          </a:p>
          <a:p>
            <a:pPr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03C5DF-E125-BEBE-A487-EC231F5E1439}"/>
              </a:ext>
            </a:extLst>
          </p:cNvPr>
          <p:cNvSpPr txBox="1"/>
          <p:nvPr/>
        </p:nvSpPr>
        <p:spPr>
          <a:xfrm>
            <a:off x="2472813" y="3470615"/>
            <a:ext cx="457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en-US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94169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315</Words>
  <Application>Microsoft Office PowerPoint</Application>
  <PresentationFormat>On-screen Show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Coderift Support MCP Assistant</vt:lpstr>
      <vt:lpstr>Project Overview</vt:lpstr>
      <vt:lpstr>Problem Statement</vt:lpstr>
      <vt:lpstr>Why MCP?</vt:lpstr>
      <vt:lpstr>Database Design</vt:lpstr>
      <vt:lpstr>MCP Tools</vt:lpstr>
      <vt:lpstr>Resources</vt:lpstr>
      <vt:lpstr>Workflow</vt:lpstr>
      <vt:lpstr>Security Benefits</vt:lpstr>
      <vt:lpstr>Demo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عبدالله فتحى محمد على</cp:lastModifiedBy>
  <cp:revision>3</cp:revision>
  <dcterms:created xsi:type="dcterms:W3CDTF">2013-01-27T09:14:16Z</dcterms:created>
  <dcterms:modified xsi:type="dcterms:W3CDTF">2026-07-31T21:36:01Z</dcterms:modified>
  <cp:category/>
</cp:coreProperties>
</file>