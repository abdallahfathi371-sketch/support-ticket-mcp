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Coderift Support MCP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Assistant using MCP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Thousands of support tickets</a:t>
            </a:r>
          </a:p>
          <a:p>
            <a:pPr>
              <a:defRPr sz="2400"/>
            </a:pPr>
            <a:r>
              <a:t>• Slow manual search</a:t>
            </a:r>
          </a:p>
          <a:p>
            <a:pPr>
              <a:defRPr sz="2400"/>
            </a:pPr>
            <a:r>
              <a:t>• Status updates</a:t>
            </a:r>
          </a:p>
          <a:p>
            <a:pPr>
              <a:defRPr sz="2400"/>
            </a:pPr>
            <a:r>
              <a:t>• Policy lookup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→ Agent (LLM) → MCP Client → MCP Server → SQLite DB +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Teams (1) -&gt; Tickets (Many)</a:t>
            </a:r>
          </a:p>
          <a:p>
            <a:pPr>
              <a:defRPr sz="2400"/>
            </a:pPr>
            <a:r>
              <a:t>SQLite with seed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Tools:</a:t>
            </a:r>
          </a:p>
          <a:p>
            <a:pPr>
              <a:defRPr sz="2400"/>
            </a:pPr>
            <a:r>
              <a:t>- get_ticket</a:t>
            </a:r>
          </a:p>
          <a:p>
            <a:pPr>
              <a:defRPr sz="2400"/>
            </a:pPr>
            <a:r>
              <a:t>- search_open_tickets</a:t>
            </a:r>
          </a:p>
          <a:p>
            <a:pPr>
              <a:defRPr sz="2400"/>
            </a:pPr>
            <a:r>
              <a:t>- search_by_team</a:t>
            </a:r>
          </a:p>
          <a:p>
            <a:pPr>
              <a:defRPr sz="2400"/>
            </a:pPr>
            <a:r>
              <a:t>- update_ticket_status</a:t>
            </a:r>
          </a:p>
          <a:p>
            <a:pPr>
              <a:defRPr sz="2400"/>
            </a:pPr>
            <a:r>
              <a:t>Resources: Markdown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User asks</a:t>
            </a:r>
          </a:p>
          <a:p>
            <a:pPr>
              <a:defRPr sz="2400"/>
            </a:pPr>
            <a:r>
              <a:t>2. LLM decides tool</a:t>
            </a:r>
          </a:p>
          <a:p>
            <a:pPr>
              <a:defRPr sz="2400"/>
            </a:pPr>
            <a:r>
              <a:t>3. MCP executes</a:t>
            </a:r>
          </a:p>
          <a:p>
            <a:pPr>
              <a:defRPr sz="2400"/>
            </a:pPr>
            <a:r>
              <a:t>4. Response returned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No direct DB access</a:t>
            </a:r>
          </a:p>
          <a:p>
            <a:pPr>
              <a:defRPr sz="2400"/>
            </a:pPr>
            <a:r>
              <a:t>• Controlled tools</a:t>
            </a:r>
          </a:p>
          <a:p>
            <a:pPr>
              <a:defRPr sz="2400"/>
            </a:pPr>
            <a:r>
              <a:t>• Easier auditing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Show ticket lookup</a:t>
            </a:r>
          </a:p>
          <a:p>
            <a:pPr>
              <a:defRPr sz="2400"/>
            </a:pPr>
            <a:r>
              <a:t>Update status</a:t>
            </a:r>
          </a:p>
          <a:p>
            <a:pPr>
              <a:defRPr sz="2400"/>
            </a:pPr>
            <a:r>
              <a:t>Read refund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Capability Negotiation</a:t>
            </a:r>
          </a:p>
          <a:p>
            <a:pPr>
              <a:defRPr sz="2400"/>
            </a:pPr>
            <a:r>
              <a:t>Notifications</a:t>
            </a:r>
          </a:p>
          <a:p>
            <a:pPr>
              <a:defRPr sz="2400"/>
            </a:pPr>
            <a:r>
              <a:t>Progress</a:t>
            </a:r>
          </a:p>
          <a:p>
            <a:pPr>
              <a:defRPr sz="2400"/>
            </a:pPr>
            <a:r>
              <a:t>Defensive Tool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